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854700" cy="3295650"/>
  <p:notesSz cx="5854700" cy="32956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70" d="100"/>
          <a:sy n="170" d="100"/>
        </p:scale>
        <p:origin x="691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9102" y="1021651"/>
            <a:ext cx="4976495" cy="692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78205" y="1845564"/>
            <a:ext cx="4098290" cy="823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92735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015170" y="757999"/>
            <a:ext cx="2546794" cy="2175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12" y="8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0" y="3287938"/>
                </a:moveTo>
                <a:lnTo>
                  <a:pt x="5845240" y="3287938"/>
                </a:lnTo>
                <a:lnTo>
                  <a:pt x="5845240" y="0"/>
                </a:lnTo>
                <a:lnTo>
                  <a:pt x="0" y="0"/>
                </a:lnTo>
                <a:lnTo>
                  <a:pt x="0" y="32879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894" y="645293"/>
            <a:ext cx="4820910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3780" y="1045432"/>
            <a:ext cx="4967139" cy="728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90598" y="3064954"/>
            <a:ext cx="1873504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92735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15384" y="3064954"/>
            <a:ext cx="1346581" cy="1647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hristibhandari.com.np/" TargetMode="External"/><Relationship Id="rId2" Type="http://schemas.openxmlformats.org/officeDocument/2006/relationships/hyperlink" Target="mailto:srishtibh65@gmail.com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4751" y="8"/>
            <a:ext cx="3352165" cy="3288029"/>
          </a:xfrm>
          <a:custGeom>
            <a:avLst/>
            <a:gdLst/>
            <a:ahLst/>
            <a:cxnLst/>
            <a:rect l="l" t="t" r="r" b="b"/>
            <a:pathLst>
              <a:path w="3352165" h="3288029">
                <a:moveTo>
                  <a:pt x="3352159" y="0"/>
                </a:moveTo>
                <a:lnTo>
                  <a:pt x="0" y="0"/>
                </a:lnTo>
                <a:lnTo>
                  <a:pt x="0" y="3287938"/>
                </a:lnTo>
                <a:lnTo>
                  <a:pt x="3352159" y="3287938"/>
                </a:lnTo>
                <a:lnTo>
                  <a:pt x="33521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2913" y="239396"/>
            <a:ext cx="2607945" cy="1772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499"/>
              </a:lnSpc>
              <a:spcBef>
                <a:spcPts val="105"/>
              </a:spcBef>
            </a:pPr>
            <a:r>
              <a:rPr sz="2850" spc="50" dirty="0"/>
              <a:t>An </a:t>
            </a:r>
            <a:r>
              <a:rPr sz="2850" spc="35" dirty="0"/>
              <a:t>Insight </a:t>
            </a:r>
            <a:r>
              <a:rPr sz="2850" dirty="0"/>
              <a:t>into </a:t>
            </a:r>
            <a:r>
              <a:rPr sz="2850" spc="-615" dirty="0"/>
              <a:t> </a:t>
            </a:r>
            <a:r>
              <a:rPr sz="2850" spc="90" dirty="0"/>
              <a:t>T</a:t>
            </a:r>
            <a:r>
              <a:rPr sz="2850" spc="-5" dirty="0"/>
              <a:t>r</a:t>
            </a:r>
            <a:r>
              <a:rPr sz="2850" spc="-15" dirty="0"/>
              <a:t>a</a:t>
            </a:r>
            <a:r>
              <a:rPr sz="2850" spc="35" dirty="0"/>
              <a:t>n</a:t>
            </a:r>
            <a:r>
              <a:rPr sz="2850" spc="20" dirty="0"/>
              <a:t>s</a:t>
            </a:r>
            <a:r>
              <a:rPr sz="2850" spc="15" dirty="0"/>
              <a:t>p</a:t>
            </a:r>
            <a:r>
              <a:rPr sz="2850" spc="-5" dirty="0"/>
              <a:t>o</a:t>
            </a:r>
            <a:r>
              <a:rPr sz="2850" spc="20" dirty="0"/>
              <a:t>r</a:t>
            </a:r>
            <a:r>
              <a:rPr sz="2850" spc="-30" dirty="0"/>
              <a:t>t</a:t>
            </a:r>
            <a:r>
              <a:rPr sz="2850" spc="-45" dirty="0"/>
              <a:t>a</a:t>
            </a:r>
            <a:r>
              <a:rPr sz="2850" spc="-10" dirty="0"/>
              <a:t>ti</a:t>
            </a:r>
            <a:r>
              <a:rPr sz="2850" spc="-15" dirty="0"/>
              <a:t>o</a:t>
            </a:r>
            <a:r>
              <a:rPr sz="2850" spc="25" dirty="0"/>
              <a:t>n  </a:t>
            </a:r>
            <a:r>
              <a:rPr sz="2850" spc="15" dirty="0"/>
              <a:t>Management </a:t>
            </a:r>
            <a:r>
              <a:rPr sz="2850" spc="20" dirty="0"/>
              <a:t> </a:t>
            </a:r>
            <a:r>
              <a:rPr sz="2850" spc="15" dirty="0"/>
              <a:t>Systems</a:t>
            </a:r>
            <a:endParaRPr sz="285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210" y="365330"/>
            <a:ext cx="1637117" cy="2557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" y="8"/>
            <a:ext cx="2596865" cy="32879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9117" y="359926"/>
            <a:ext cx="2764790" cy="5607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79375" rIns="0" bIns="0" rtlCol="0">
            <a:spAutoFit/>
          </a:bodyPr>
          <a:lstStyle/>
          <a:p>
            <a:pPr marL="675005">
              <a:lnSpc>
                <a:spcPct val="100000"/>
              </a:lnSpc>
              <a:spcBef>
                <a:spcPts val="625"/>
              </a:spcBef>
            </a:pPr>
            <a:r>
              <a:rPr sz="1850" spc="10" dirty="0"/>
              <a:t>Introduction</a:t>
            </a:r>
            <a:endParaRPr sz="18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F5893-2A2E-C83A-318B-3610ADF074E9}"/>
              </a:ext>
            </a:extLst>
          </p:cNvPr>
          <p:cNvSpPr txBox="1"/>
          <p:nvPr/>
        </p:nvSpPr>
        <p:spPr>
          <a:xfrm>
            <a:off x="2851150" y="1114425"/>
            <a:ext cx="281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0" i="0" dirty="0">
                <a:effectLst/>
                <a:latin typeface="Söhne"/>
              </a:rPr>
              <a:t>A Transportation Management System (TMS) is a software solution designed to streamline and optimize the planning, execution, and monitoring of transportation operations.</a:t>
            </a:r>
            <a:endParaRPr lang="en-GB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23870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Challenges</a:t>
            </a:r>
            <a:r>
              <a:rPr spc="-5" dirty="0"/>
              <a:t> </a:t>
            </a:r>
            <a:r>
              <a:rPr spc="15" dirty="0"/>
              <a:t>in</a:t>
            </a:r>
            <a:r>
              <a:rPr spc="-5" dirty="0"/>
              <a:t> </a:t>
            </a:r>
            <a:r>
              <a:rPr spc="25" dirty="0"/>
              <a:t>Logistics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0582" y="1033985"/>
            <a:ext cx="631576" cy="987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8590" y="999533"/>
            <a:ext cx="1751964" cy="876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800" spc="20" dirty="0">
                <a:solidFill>
                  <a:srgbClr val="FFFFFF"/>
                </a:solidFill>
                <a:latin typeface="Verdana"/>
                <a:cs typeface="Verdana"/>
              </a:rPr>
              <a:t>Managin</a:t>
            </a:r>
            <a:r>
              <a:rPr sz="800" spc="4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1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800" spc="30" dirty="0">
                <a:solidFill>
                  <a:srgbClr val="FFFFFF"/>
                </a:solidFill>
                <a:latin typeface="Verdana"/>
                <a:cs typeface="Verdana"/>
              </a:rPr>
              <a:t>omp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800" spc="-55" dirty="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supply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15" dirty="0">
                <a:latin typeface="Verdana"/>
                <a:cs typeface="Verdana"/>
              </a:rPr>
              <a:t>c</a:t>
            </a:r>
            <a:r>
              <a:rPr sz="800" spc="5" dirty="0">
                <a:latin typeface="Verdana"/>
                <a:cs typeface="Verdana"/>
              </a:rPr>
              <a:t>ha</a:t>
            </a:r>
            <a:r>
              <a:rPr sz="800" spc="10" dirty="0">
                <a:latin typeface="Verdana"/>
                <a:cs typeface="Verdana"/>
              </a:rPr>
              <a:t>in  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800" spc="-6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800" spc="-2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800" spc="-5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es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1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800" spc="-5" dirty="0">
                <a:solidFill>
                  <a:srgbClr val="FFFFFF"/>
                </a:solidFill>
                <a:latin typeface="Verdana"/>
                <a:cs typeface="Verdana"/>
              </a:rPr>
              <a:t>oo</a:t>
            </a:r>
            <a:r>
              <a:rPr sz="800" spc="-2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spc="10" dirty="0">
                <a:solidFill>
                  <a:srgbClr val="FFFFFF"/>
                </a:solidFill>
                <a:latin typeface="Verdana"/>
                <a:cs typeface="Verdana"/>
              </a:rPr>
              <a:t>dinatin</a:t>
            </a:r>
            <a:r>
              <a:rPr sz="800" spc="4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25" dirty="0">
                <a:solidFill>
                  <a:srgbClr val="FFFFFF"/>
                </a:solidFill>
                <a:latin typeface="Verdana"/>
                <a:cs typeface="Verdana"/>
              </a:rPr>
              <a:t>mul</a:t>
            </a:r>
            <a:r>
              <a:rPr sz="8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iple  </a:t>
            </a:r>
            <a:r>
              <a:rPr sz="800" spc="6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800" dirty="0">
                <a:solidFill>
                  <a:srgbClr val="FFFFFF"/>
                </a:solidFill>
                <a:latin typeface="Verdana"/>
                <a:cs typeface="Verdana"/>
              </a:rPr>
              <a:t>des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800" spc="-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nspo</a:t>
            </a:r>
            <a:r>
              <a:rPr sz="800" spc="1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tation,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2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800" dirty="0">
                <a:solidFill>
                  <a:srgbClr val="FFFFFF"/>
                </a:solidFill>
                <a:latin typeface="Verdana"/>
                <a:cs typeface="Verdana"/>
              </a:rPr>
              <a:t>ealin</a:t>
            </a:r>
            <a:r>
              <a:rPr sz="800" spc="30" dirty="0">
                <a:solidFill>
                  <a:srgbClr val="FFFFFF"/>
                </a:solidFill>
                <a:latin typeface="Verdana"/>
                <a:cs typeface="Verdana"/>
              </a:rPr>
              <a:t>g  </a:t>
            </a:r>
            <a:r>
              <a:rPr sz="800" spc="1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-6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ar</a:t>
            </a:r>
            <a:r>
              <a:rPr sz="800" spc="-10" dirty="0">
                <a:solidFill>
                  <a:srgbClr val="FFFFFF"/>
                </a:solidFill>
                <a:latin typeface="Verdana"/>
                <a:cs typeface="Verdana"/>
              </a:rPr>
              <a:t>yin</a:t>
            </a:r>
            <a:r>
              <a:rPr sz="800" spc="4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-4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spc="-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800" spc="25" dirty="0">
                <a:solidFill>
                  <a:srgbClr val="FFFFFF"/>
                </a:solidFill>
                <a:latin typeface="Verdana"/>
                <a:cs typeface="Verdana"/>
              </a:rPr>
              <a:t>gu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800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800" spc="-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800" spc="-30" dirty="0">
                <a:solidFill>
                  <a:srgbClr val="FFFFFF"/>
                </a:solidFill>
                <a:latin typeface="Verdana"/>
                <a:cs typeface="Verdana"/>
              </a:rPr>
              <a:t>ons,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-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800" spc="25" dirty="0">
                <a:solidFill>
                  <a:srgbClr val="FFFFFF"/>
                </a:solidFill>
                <a:latin typeface="Verdana"/>
                <a:cs typeface="Verdana"/>
              </a:rPr>
              <a:t>nd  </a:t>
            </a:r>
            <a:r>
              <a:rPr sz="800" spc="20" dirty="0">
                <a:solidFill>
                  <a:srgbClr val="FFFFFF"/>
                </a:solidFill>
                <a:latin typeface="Verdana"/>
                <a:cs typeface="Verdana"/>
              </a:rPr>
              <a:t>op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timiz</a:t>
            </a:r>
            <a:r>
              <a:rPr sz="800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800" spc="2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800" spc="40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-4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spc="15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sz="800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800" spc="-55" dirty="0">
                <a:solidFill>
                  <a:srgbClr val="FFFFFF"/>
                </a:solidFill>
                <a:latin typeface="Verdana"/>
                <a:cs typeface="Verdana"/>
              </a:rPr>
              <a:t>es.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i="1" spc="5" dirty="0">
                <a:solidFill>
                  <a:srgbClr val="FFFFFF"/>
                </a:solidFill>
                <a:latin typeface="Verdana"/>
                <a:cs typeface="Verdana"/>
              </a:rPr>
              <a:t>Ef</a:t>
            </a:r>
            <a:r>
              <a:rPr sz="800" i="1" spc="15" dirty="0">
                <a:solidFill>
                  <a:srgbClr val="FFFFFF"/>
                </a:solidFill>
                <a:latin typeface="Verdana"/>
                <a:cs typeface="Verdana"/>
              </a:rPr>
              <a:t>ﬁci</a:t>
            </a:r>
            <a:r>
              <a:rPr sz="800" i="1" spc="10" dirty="0">
                <a:solidFill>
                  <a:srgbClr val="FFFFFF"/>
                </a:solidFill>
                <a:latin typeface="Verdana"/>
                <a:cs typeface="Verdana"/>
              </a:rPr>
              <a:t>ent  </a:t>
            </a:r>
            <a:r>
              <a:rPr sz="800" i="1" spc="-1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800" i="1" spc="-2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i="1" spc="5" dirty="0">
                <a:solidFill>
                  <a:srgbClr val="FFFFFF"/>
                </a:solidFill>
                <a:latin typeface="Verdana"/>
                <a:cs typeface="Verdana"/>
              </a:rPr>
              <a:t>ansp</a:t>
            </a:r>
            <a:r>
              <a:rPr sz="800" i="1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800" i="1" spc="-1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i="1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800" i="1" spc="-1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800" i="1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800" i="1" spc="-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800" i="1" spc="15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800" i="1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800" spc="-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spc="25" dirty="0">
                <a:solidFill>
                  <a:srgbClr val="FFFFFF"/>
                </a:solidFill>
                <a:latin typeface="Verdana"/>
                <a:cs typeface="Verdana"/>
              </a:rPr>
              <a:t>uc</a:t>
            </a:r>
            <a:r>
              <a:rPr sz="800" spc="-10" dirty="0">
                <a:solidFill>
                  <a:srgbClr val="FFFFFF"/>
                </a:solidFill>
                <a:latin typeface="Verdana"/>
                <a:cs typeface="Verdana"/>
              </a:rPr>
              <a:t>ial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sz="800" spc="-10" dirty="0">
                <a:solidFill>
                  <a:srgbClr val="FFFFFF"/>
                </a:solidFill>
                <a:latin typeface="Verdana"/>
                <a:cs typeface="Verdana"/>
              </a:rPr>
              <a:t>or  </a:t>
            </a:r>
            <a:r>
              <a:rPr sz="800" spc="5" dirty="0">
                <a:solidFill>
                  <a:srgbClr val="FFFFFF"/>
                </a:solidFill>
                <a:latin typeface="Verdana"/>
                <a:cs typeface="Verdana"/>
              </a:rPr>
              <a:t>su</a:t>
            </a:r>
            <a:r>
              <a:rPr sz="800" spc="-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800" spc="15" dirty="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sz="800" spc="-10" dirty="0">
                <a:solidFill>
                  <a:srgbClr val="FFFFFF"/>
                </a:solidFill>
                <a:latin typeface="Verdana"/>
                <a:cs typeface="Verdana"/>
              </a:rPr>
              <a:t>essful</a:t>
            </a:r>
            <a:r>
              <a:rPr sz="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800" spc="15" dirty="0">
                <a:solidFill>
                  <a:srgbClr val="FFFFFF"/>
                </a:solidFill>
                <a:latin typeface="Verdana"/>
                <a:cs typeface="Verdana"/>
              </a:rPr>
              <a:t>op</a:t>
            </a:r>
            <a:r>
              <a:rPr sz="800" spc="1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800" spc="-3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800" spc="-20" dirty="0">
                <a:solidFill>
                  <a:srgbClr val="FFFFFF"/>
                </a:solidFill>
                <a:latin typeface="Verdana"/>
                <a:cs typeface="Verdana"/>
              </a:rPr>
              <a:t>ations.</a:t>
            </a:r>
            <a:endParaRPr sz="800" dirty="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5" y="8"/>
            <a:ext cx="2922611" cy="3287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24126" y="8"/>
            <a:ext cx="2922905" cy="3288029"/>
            <a:chOff x="2924126" y="8"/>
            <a:chExt cx="2922905" cy="3288029"/>
          </a:xfrm>
        </p:grpSpPr>
        <p:sp>
          <p:nvSpPr>
            <p:cNvPr id="3" name="object 3"/>
            <p:cNvSpPr/>
            <p:nvPr/>
          </p:nvSpPr>
          <p:spPr>
            <a:xfrm>
              <a:off x="2924126" y="8"/>
              <a:ext cx="2922905" cy="3288029"/>
            </a:xfrm>
            <a:custGeom>
              <a:avLst/>
              <a:gdLst/>
              <a:ahLst/>
              <a:cxnLst/>
              <a:rect l="l" t="t" r="r" b="b"/>
              <a:pathLst>
                <a:path w="2922904" h="3288029">
                  <a:moveTo>
                    <a:pt x="2922614" y="0"/>
                  </a:moveTo>
                  <a:lnTo>
                    <a:pt x="0" y="0"/>
                  </a:lnTo>
                  <a:lnTo>
                    <a:pt x="0" y="3287938"/>
                  </a:lnTo>
                  <a:lnTo>
                    <a:pt x="2922614" y="3287938"/>
                  </a:lnTo>
                  <a:lnTo>
                    <a:pt x="29226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2589" y="365330"/>
              <a:ext cx="2076270" cy="25451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2528" y="614038"/>
            <a:ext cx="143827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10" dirty="0">
                <a:solidFill>
                  <a:srgbClr val="000000"/>
                </a:solidFill>
              </a:rPr>
              <a:t>Role</a:t>
            </a:r>
            <a:r>
              <a:rPr sz="1950" spc="-10" dirty="0">
                <a:solidFill>
                  <a:srgbClr val="000000"/>
                </a:solidFill>
              </a:rPr>
              <a:t> </a:t>
            </a:r>
            <a:r>
              <a:rPr sz="1950" spc="35" dirty="0">
                <a:solidFill>
                  <a:srgbClr val="000000"/>
                </a:solidFill>
              </a:rPr>
              <a:t>of</a:t>
            </a:r>
            <a:r>
              <a:rPr sz="1950" spc="-50" dirty="0">
                <a:solidFill>
                  <a:srgbClr val="000000"/>
                </a:solidFill>
              </a:rPr>
              <a:t> </a:t>
            </a:r>
            <a:r>
              <a:rPr sz="1950" spc="145" dirty="0">
                <a:solidFill>
                  <a:srgbClr val="000000"/>
                </a:solidFill>
              </a:rPr>
              <a:t>TMS</a:t>
            </a:r>
            <a:endParaRPr sz="1950" dirty="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59951661-9490-0FD1-3040-D0AC3BEFA4C7}"/>
              </a:ext>
            </a:extLst>
          </p:cNvPr>
          <p:cNvSpPr txBox="1"/>
          <p:nvPr/>
        </p:nvSpPr>
        <p:spPr>
          <a:xfrm>
            <a:off x="450988" y="1000173"/>
            <a:ext cx="2037080" cy="728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95"/>
              </a:spcBef>
            </a:pPr>
            <a:r>
              <a:rPr sz="800" spc="20" dirty="0">
                <a:latin typeface="Verdana"/>
                <a:cs typeface="Verdana"/>
              </a:rPr>
              <a:t>A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</a:t>
            </a:r>
            <a:r>
              <a:rPr sz="800" spc="-35" dirty="0">
                <a:latin typeface="Verdana"/>
                <a:cs typeface="Verdana"/>
              </a:rPr>
              <a:t>r</a:t>
            </a:r>
            <a:r>
              <a:rPr sz="800" spc="-15" dirty="0">
                <a:latin typeface="Verdana"/>
                <a:cs typeface="Verdana"/>
              </a:rPr>
              <a:t>a</a:t>
            </a:r>
            <a:r>
              <a:rPr sz="800" spc="5" dirty="0">
                <a:latin typeface="Verdana"/>
                <a:cs typeface="Verdana"/>
              </a:rPr>
              <a:t>nspo</a:t>
            </a:r>
            <a:r>
              <a:rPr sz="800" spc="10" dirty="0">
                <a:latin typeface="Verdana"/>
                <a:cs typeface="Verdana"/>
              </a:rPr>
              <a:t>r</a:t>
            </a:r>
            <a:r>
              <a:rPr sz="800" spc="5" dirty="0">
                <a:latin typeface="Verdana"/>
                <a:cs typeface="Verdana"/>
              </a:rPr>
              <a:t>tation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30" dirty="0">
                <a:latin typeface="Verdana"/>
                <a:cs typeface="Verdana"/>
              </a:rPr>
              <a:t>Ma</a:t>
            </a:r>
            <a:r>
              <a:rPr sz="800" spc="5" dirty="0">
                <a:latin typeface="Verdana"/>
                <a:cs typeface="Verdana"/>
              </a:rPr>
              <a:t>na</a:t>
            </a:r>
            <a:r>
              <a:rPr sz="800" spc="35" dirty="0">
                <a:latin typeface="Verdana"/>
                <a:cs typeface="Verdana"/>
              </a:rPr>
              <a:t>gem</a:t>
            </a:r>
            <a:r>
              <a:rPr sz="800" spc="10" dirty="0">
                <a:latin typeface="Verdana"/>
                <a:cs typeface="Verdana"/>
              </a:rPr>
              <a:t>ent</a:t>
            </a:r>
            <a:r>
              <a:rPr sz="800" spc="-75" dirty="0">
                <a:latin typeface="Verdana"/>
                <a:cs typeface="Verdana"/>
              </a:rPr>
              <a:t> S</a:t>
            </a:r>
            <a:r>
              <a:rPr sz="800" spc="-50" dirty="0">
                <a:latin typeface="Verdana"/>
                <a:cs typeface="Verdana"/>
              </a:rPr>
              <a:t>y</a:t>
            </a:r>
            <a:r>
              <a:rPr sz="800" spc="-30" dirty="0">
                <a:latin typeface="Verdana"/>
                <a:cs typeface="Verdana"/>
              </a:rPr>
              <a:t>s</a:t>
            </a:r>
            <a:r>
              <a:rPr sz="800" spc="-15" dirty="0">
                <a:latin typeface="Verdana"/>
                <a:cs typeface="Verdana"/>
              </a:rPr>
              <a:t>t</a:t>
            </a:r>
            <a:r>
              <a:rPr sz="800" spc="20" dirty="0">
                <a:latin typeface="Verdana"/>
                <a:cs typeface="Verdana"/>
              </a:rPr>
              <a:t>em  </a:t>
            </a:r>
            <a:r>
              <a:rPr sz="800" spc="-120" dirty="0">
                <a:latin typeface="Verdana"/>
                <a:cs typeface="Verdana"/>
              </a:rPr>
              <a:t>(</a:t>
            </a:r>
            <a:r>
              <a:rPr sz="800" spc="-40" dirty="0">
                <a:latin typeface="Verdana"/>
                <a:cs typeface="Verdana"/>
              </a:rPr>
              <a:t>T</a:t>
            </a:r>
            <a:r>
              <a:rPr sz="800" spc="-30" dirty="0">
                <a:latin typeface="Verdana"/>
                <a:cs typeface="Verdana"/>
              </a:rPr>
              <a:t>MS)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5" dirty="0">
                <a:latin typeface="Verdana"/>
                <a:cs typeface="Verdana"/>
              </a:rPr>
              <a:t>p</a:t>
            </a:r>
            <a:r>
              <a:rPr sz="800" spc="-10" dirty="0">
                <a:latin typeface="Verdana"/>
                <a:cs typeface="Verdana"/>
              </a:rPr>
              <a:t>r</a:t>
            </a:r>
            <a:r>
              <a:rPr sz="800" spc="-5" dirty="0">
                <a:latin typeface="Verdana"/>
                <a:cs typeface="Verdana"/>
              </a:rPr>
              <a:t>o</a:t>
            </a:r>
            <a:r>
              <a:rPr sz="800" spc="-45" dirty="0">
                <a:latin typeface="Verdana"/>
                <a:cs typeface="Verdana"/>
              </a:rPr>
              <a:t>v</a:t>
            </a:r>
            <a:r>
              <a:rPr sz="800" spc="5" dirty="0">
                <a:latin typeface="Verdana"/>
                <a:cs typeface="Verdana"/>
              </a:rPr>
              <a:t>ide</a:t>
            </a:r>
            <a:r>
              <a:rPr sz="800" spc="-30" dirty="0">
                <a:latin typeface="Verdana"/>
                <a:cs typeface="Verdana"/>
              </a:rPr>
              <a:t>s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visibili</a:t>
            </a:r>
            <a:r>
              <a:rPr sz="800" spc="-20" dirty="0">
                <a:latin typeface="Verdana"/>
                <a:cs typeface="Verdana"/>
              </a:rPr>
              <a:t>t</a:t>
            </a:r>
            <a:r>
              <a:rPr sz="800" spc="-75" dirty="0">
                <a:latin typeface="Verdana"/>
                <a:cs typeface="Verdana"/>
              </a:rPr>
              <a:t>y</a:t>
            </a:r>
            <a:r>
              <a:rPr sz="800" spc="-125" dirty="0">
                <a:latin typeface="Verdana"/>
                <a:cs typeface="Verdana"/>
              </a:rPr>
              <a:t>,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15" dirty="0">
                <a:latin typeface="Verdana"/>
                <a:cs typeface="Verdana"/>
              </a:rPr>
              <a:t>c</a:t>
            </a:r>
            <a:r>
              <a:rPr sz="800" spc="5" dirty="0">
                <a:latin typeface="Verdana"/>
                <a:cs typeface="Verdana"/>
              </a:rPr>
              <a:t>o</a:t>
            </a:r>
            <a:r>
              <a:rPr sz="800" dirty="0">
                <a:latin typeface="Verdana"/>
                <a:cs typeface="Verdana"/>
              </a:rPr>
              <a:t>nt</a:t>
            </a:r>
            <a:r>
              <a:rPr sz="800" spc="-15" dirty="0">
                <a:latin typeface="Verdana"/>
                <a:cs typeface="Verdana"/>
              </a:rPr>
              <a:t>r</a:t>
            </a:r>
            <a:r>
              <a:rPr sz="800" spc="5" dirty="0">
                <a:latin typeface="Verdana"/>
                <a:cs typeface="Verdana"/>
              </a:rPr>
              <a:t>o</a:t>
            </a:r>
            <a:r>
              <a:rPr sz="800" spc="-65" dirty="0">
                <a:latin typeface="Verdana"/>
                <a:cs typeface="Verdana"/>
              </a:rPr>
              <a:t>l,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5" dirty="0">
                <a:latin typeface="Verdana"/>
                <a:cs typeface="Verdana"/>
              </a:rPr>
              <a:t>an</a:t>
            </a:r>
            <a:r>
              <a:rPr sz="800" spc="25" dirty="0">
                <a:latin typeface="Verdana"/>
                <a:cs typeface="Verdana"/>
              </a:rPr>
              <a:t>d  </a:t>
            </a:r>
            <a:r>
              <a:rPr sz="800" spc="20" dirty="0">
                <a:latin typeface="Verdana"/>
                <a:cs typeface="Verdana"/>
              </a:rPr>
              <a:t>op</a:t>
            </a:r>
            <a:r>
              <a:rPr sz="800" spc="5" dirty="0">
                <a:latin typeface="Verdana"/>
                <a:cs typeface="Verdana"/>
              </a:rPr>
              <a:t>t</a:t>
            </a:r>
            <a:r>
              <a:rPr sz="800" dirty="0">
                <a:latin typeface="Verdana"/>
                <a:cs typeface="Verdana"/>
              </a:rPr>
              <a:t>imizati</a:t>
            </a:r>
            <a:r>
              <a:rPr sz="800" spc="-5" dirty="0">
                <a:latin typeface="Verdana"/>
                <a:cs typeface="Verdana"/>
              </a:rPr>
              <a:t>o</a:t>
            </a:r>
            <a:r>
              <a:rPr sz="800" spc="25" dirty="0">
                <a:latin typeface="Verdana"/>
                <a:cs typeface="Verdana"/>
              </a:rPr>
              <a:t>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" dirty="0">
                <a:latin typeface="Verdana"/>
                <a:cs typeface="Verdana"/>
              </a:rPr>
              <a:t>of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t</a:t>
            </a:r>
            <a:r>
              <a:rPr sz="800" spc="-20" dirty="0">
                <a:latin typeface="Verdana"/>
                <a:cs typeface="Verdana"/>
              </a:rPr>
              <a:t>r</a:t>
            </a:r>
            <a:r>
              <a:rPr sz="800" dirty="0">
                <a:latin typeface="Verdana"/>
                <a:cs typeface="Verdana"/>
              </a:rPr>
              <a:t>anspo</a:t>
            </a:r>
            <a:r>
              <a:rPr sz="800" spc="10" dirty="0">
                <a:latin typeface="Verdana"/>
                <a:cs typeface="Verdana"/>
              </a:rPr>
              <a:t>r</a:t>
            </a:r>
            <a:r>
              <a:rPr sz="800" dirty="0">
                <a:latin typeface="Verdana"/>
                <a:cs typeface="Verdana"/>
              </a:rPr>
              <a:t>tati</a:t>
            </a:r>
            <a:r>
              <a:rPr sz="800" spc="-5" dirty="0">
                <a:latin typeface="Verdana"/>
                <a:cs typeface="Verdana"/>
              </a:rPr>
              <a:t>o</a:t>
            </a:r>
            <a:r>
              <a:rPr sz="800" spc="25" dirty="0">
                <a:latin typeface="Verdana"/>
                <a:cs typeface="Verdana"/>
              </a:rPr>
              <a:t>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15" dirty="0">
                <a:latin typeface="Verdana"/>
                <a:cs typeface="Verdana"/>
              </a:rPr>
              <a:t>a</a:t>
            </a:r>
            <a:r>
              <a:rPr sz="800" spc="25" dirty="0">
                <a:latin typeface="Verdana"/>
                <a:cs typeface="Verdana"/>
              </a:rPr>
              <a:t>c</a:t>
            </a:r>
            <a:r>
              <a:rPr sz="800" spc="-10" dirty="0">
                <a:latin typeface="Verdana"/>
                <a:cs typeface="Verdana"/>
              </a:rPr>
              <a:t>tiviti</a:t>
            </a:r>
            <a:r>
              <a:rPr sz="800" spc="-20" dirty="0">
                <a:latin typeface="Verdana"/>
                <a:cs typeface="Verdana"/>
              </a:rPr>
              <a:t>e</a:t>
            </a:r>
            <a:r>
              <a:rPr sz="800" spc="-70" dirty="0">
                <a:latin typeface="Verdana"/>
                <a:cs typeface="Verdana"/>
              </a:rPr>
              <a:t>s.  </a:t>
            </a:r>
            <a:r>
              <a:rPr sz="800" spc="-50" dirty="0">
                <a:latin typeface="Verdana"/>
                <a:cs typeface="Verdana"/>
              </a:rPr>
              <a:t>It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25" dirty="0">
                <a:latin typeface="Verdana"/>
                <a:cs typeface="Verdana"/>
              </a:rPr>
              <a:t>h</a:t>
            </a:r>
            <a:r>
              <a:rPr sz="800" dirty="0">
                <a:latin typeface="Verdana"/>
                <a:cs typeface="Verdana"/>
              </a:rPr>
              <a:t>elps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10" dirty="0">
                <a:latin typeface="Verdana"/>
                <a:cs typeface="Verdana"/>
              </a:rPr>
              <a:t>in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i="1" spc="-40" dirty="0">
                <a:latin typeface="Verdana"/>
                <a:cs typeface="Verdana"/>
              </a:rPr>
              <a:t>r</a:t>
            </a:r>
            <a:r>
              <a:rPr sz="800" i="1" spc="15" dirty="0">
                <a:latin typeface="Verdana"/>
                <a:cs typeface="Verdana"/>
              </a:rPr>
              <a:t>ou</a:t>
            </a:r>
            <a:r>
              <a:rPr sz="800" i="1" spc="-10" dirty="0">
                <a:latin typeface="Verdana"/>
                <a:cs typeface="Verdana"/>
              </a:rPr>
              <a:t>t</a:t>
            </a:r>
            <a:r>
              <a:rPr sz="800" i="1" dirty="0">
                <a:latin typeface="Verdana"/>
                <a:cs typeface="Verdana"/>
              </a:rPr>
              <a:t>e</a:t>
            </a:r>
            <a:r>
              <a:rPr sz="800" i="1" spc="-75" dirty="0">
                <a:latin typeface="Verdana"/>
                <a:cs typeface="Verdana"/>
              </a:rPr>
              <a:t> </a:t>
            </a:r>
            <a:r>
              <a:rPr sz="800" i="1" spc="5" dirty="0">
                <a:latin typeface="Verdana"/>
                <a:cs typeface="Verdana"/>
              </a:rPr>
              <a:t>pla</a:t>
            </a:r>
            <a:r>
              <a:rPr sz="800" i="1" spc="25" dirty="0">
                <a:latin typeface="Verdana"/>
                <a:cs typeface="Verdana"/>
              </a:rPr>
              <a:t>n</a:t>
            </a:r>
            <a:r>
              <a:rPr sz="800" i="1" spc="15" dirty="0">
                <a:latin typeface="Verdana"/>
                <a:cs typeface="Verdana"/>
              </a:rPr>
              <a:t>nin</a:t>
            </a:r>
            <a:r>
              <a:rPr sz="800" i="1" spc="45" dirty="0">
                <a:latin typeface="Verdana"/>
                <a:cs typeface="Verdana"/>
              </a:rPr>
              <a:t>g</a:t>
            </a:r>
            <a:r>
              <a:rPr sz="800" spc="-125" dirty="0">
                <a:latin typeface="Verdana"/>
                <a:cs typeface="Verdana"/>
              </a:rPr>
              <a:t>,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" dirty="0">
                <a:latin typeface="Verdana"/>
                <a:cs typeface="Verdana"/>
              </a:rPr>
              <a:t>ca</a:t>
            </a:r>
            <a:r>
              <a:rPr sz="800" spc="-15" dirty="0">
                <a:latin typeface="Verdana"/>
                <a:cs typeface="Verdana"/>
              </a:rPr>
              <a:t>r</a:t>
            </a:r>
            <a:r>
              <a:rPr sz="800" spc="-35" dirty="0">
                <a:latin typeface="Verdana"/>
                <a:cs typeface="Verdana"/>
              </a:rPr>
              <a:t>r</a:t>
            </a:r>
            <a:r>
              <a:rPr sz="800" spc="-15" dirty="0">
                <a:latin typeface="Verdana"/>
                <a:cs typeface="Verdana"/>
              </a:rPr>
              <a:t>i</a:t>
            </a:r>
            <a:r>
              <a:rPr sz="800" spc="-10" dirty="0">
                <a:latin typeface="Verdana"/>
                <a:cs typeface="Verdana"/>
              </a:rPr>
              <a:t>er  </a:t>
            </a:r>
            <a:r>
              <a:rPr sz="800" spc="-15" dirty="0">
                <a:latin typeface="Verdana"/>
                <a:cs typeface="Verdana"/>
              </a:rPr>
              <a:t>sel</a:t>
            </a:r>
            <a:r>
              <a:rPr sz="800" spc="10" dirty="0">
                <a:latin typeface="Verdana"/>
                <a:cs typeface="Verdana"/>
              </a:rPr>
              <a:t>ec</a:t>
            </a:r>
            <a:r>
              <a:rPr sz="800" spc="-20" dirty="0">
                <a:latin typeface="Verdana"/>
                <a:cs typeface="Verdana"/>
              </a:rPr>
              <a:t>tion,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5" dirty="0">
                <a:latin typeface="Verdana"/>
                <a:cs typeface="Verdana"/>
              </a:rPr>
              <a:t>an</a:t>
            </a:r>
            <a:r>
              <a:rPr sz="800" spc="35" dirty="0">
                <a:latin typeface="Verdana"/>
                <a:cs typeface="Verdana"/>
              </a:rPr>
              <a:t>d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45" dirty="0">
                <a:latin typeface="Verdana"/>
                <a:cs typeface="Verdana"/>
              </a:rPr>
              <a:t>f</a:t>
            </a:r>
            <a:r>
              <a:rPr sz="800" spc="-40" dirty="0">
                <a:latin typeface="Verdana"/>
                <a:cs typeface="Verdana"/>
              </a:rPr>
              <a:t>r</a:t>
            </a:r>
            <a:r>
              <a:rPr sz="800" spc="-5" dirty="0">
                <a:latin typeface="Verdana"/>
                <a:cs typeface="Verdana"/>
              </a:rPr>
              <a:t>e</a:t>
            </a:r>
            <a:r>
              <a:rPr sz="800" spc="15" dirty="0">
                <a:latin typeface="Verdana"/>
                <a:cs typeface="Verdana"/>
              </a:rPr>
              <a:t>ight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30" dirty="0">
                <a:latin typeface="Verdana"/>
                <a:cs typeface="Verdana"/>
              </a:rPr>
              <a:t>p</a:t>
            </a:r>
            <a:r>
              <a:rPr sz="800" spc="-25" dirty="0">
                <a:latin typeface="Verdana"/>
                <a:cs typeface="Verdana"/>
              </a:rPr>
              <a:t>a</a:t>
            </a:r>
            <a:r>
              <a:rPr sz="800" spc="-45" dirty="0">
                <a:latin typeface="Verdana"/>
                <a:cs typeface="Verdana"/>
              </a:rPr>
              <a:t>y</a:t>
            </a:r>
            <a:r>
              <a:rPr sz="800" spc="60" dirty="0">
                <a:latin typeface="Verdana"/>
                <a:cs typeface="Verdana"/>
              </a:rPr>
              <a:t>m</a:t>
            </a:r>
            <a:r>
              <a:rPr sz="800" spc="10" dirty="0">
                <a:latin typeface="Verdana"/>
                <a:cs typeface="Verdana"/>
              </a:rPr>
              <a:t>ent</a:t>
            </a:r>
            <a:r>
              <a:rPr sz="800" spc="-125" dirty="0">
                <a:latin typeface="Verdana"/>
                <a:cs typeface="Verdana"/>
              </a:rPr>
              <a:t>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2961" y="451263"/>
            <a:ext cx="1801495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dirty="0">
                <a:solidFill>
                  <a:srgbClr val="000000"/>
                </a:solidFill>
              </a:rPr>
              <a:t>Beneﬁts</a:t>
            </a:r>
            <a:r>
              <a:rPr sz="1900" spc="-15" dirty="0">
                <a:solidFill>
                  <a:srgbClr val="000000"/>
                </a:solidFill>
              </a:rPr>
              <a:t> </a:t>
            </a:r>
            <a:r>
              <a:rPr sz="1900" spc="25" dirty="0">
                <a:solidFill>
                  <a:srgbClr val="000000"/>
                </a:solidFill>
              </a:rPr>
              <a:t>of</a:t>
            </a:r>
            <a:r>
              <a:rPr sz="1900" spc="-55" dirty="0">
                <a:solidFill>
                  <a:srgbClr val="000000"/>
                </a:solidFill>
              </a:rPr>
              <a:t> </a:t>
            </a:r>
            <a:r>
              <a:rPr sz="1900" spc="125" dirty="0">
                <a:solidFill>
                  <a:srgbClr val="000000"/>
                </a:solidFill>
              </a:rPr>
              <a:t>TMS</a:t>
            </a:r>
            <a:endParaRPr sz="19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132" y="0"/>
            <a:ext cx="2922562" cy="3287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264F4B-874E-BF38-C808-0D16E39B2027}"/>
              </a:ext>
            </a:extLst>
          </p:cNvPr>
          <p:cNvSpPr txBox="1"/>
          <p:nvPr/>
        </p:nvSpPr>
        <p:spPr>
          <a:xfrm>
            <a:off x="-80282" y="803576"/>
            <a:ext cx="3007632" cy="1570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86360">
              <a:lnSpc>
                <a:spcPct val="115500"/>
              </a:lnSpc>
              <a:spcBef>
                <a:spcPts val="95"/>
              </a:spcBef>
            </a:pPr>
            <a:r>
              <a:rPr lang="en-GB" sz="1200" spc="-100" dirty="0">
                <a:latin typeface="Verdana"/>
                <a:cs typeface="Verdana"/>
              </a:rPr>
              <a:t>I</a:t>
            </a:r>
            <a:r>
              <a:rPr lang="en-GB" sz="1200" spc="55" dirty="0">
                <a:latin typeface="Verdana"/>
                <a:cs typeface="Verdana"/>
              </a:rPr>
              <a:t>m</a:t>
            </a:r>
            <a:r>
              <a:rPr lang="en-GB" sz="1200" spc="20" dirty="0">
                <a:latin typeface="Verdana"/>
                <a:cs typeface="Verdana"/>
              </a:rPr>
              <a:t>plem</a:t>
            </a:r>
            <a:r>
              <a:rPr lang="en-GB" sz="1200" spc="10" dirty="0">
                <a:latin typeface="Verdana"/>
                <a:cs typeface="Verdana"/>
              </a:rPr>
              <a:t>entin</a:t>
            </a:r>
            <a:r>
              <a:rPr lang="en-GB" sz="1200" spc="40" dirty="0">
                <a:latin typeface="Verdana"/>
                <a:cs typeface="Verdana"/>
              </a:rPr>
              <a:t>g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20" dirty="0">
                <a:latin typeface="Verdana"/>
                <a:cs typeface="Verdana"/>
              </a:rPr>
              <a:t>TM</a:t>
            </a:r>
            <a:r>
              <a:rPr lang="en-GB" sz="1200" spc="-65" dirty="0">
                <a:latin typeface="Verdana"/>
                <a:cs typeface="Verdana"/>
              </a:rPr>
              <a:t>S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20" dirty="0">
                <a:latin typeface="Verdana"/>
                <a:cs typeface="Verdana"/>
              </a:rPr>
              <a:t>c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25" dirty="0">
                <a:latin typeface="Verdana"/>
                <a:cs typeface="Verdana"/>
              </a:rPr>
              <a:t>n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5" dirty="0">
                <a:latin typeface="Verdana"/>
                <a:cs typeface="Verdana"/>
              </a:rPr>
              <a:t>l</a:t>
            </a:r>
            <a:r>
              <a:rPr lang="en-GB" sz="1200" spc="-20" dirty="0">
                <a:latin typeface="Verdana"/>
                <a:cs typeface="Verdana"/>
              </a:rPr>
              <a:t>e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35" dirty="0">
                <a:latin typeface="Verdana"/>
                <a:cs typeface="Verdana"/>
              </a:rPr>
              <a:t>d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15" dirty="0">
                <a:latin typeface="Verdana"/>
                <a:cs typeface="Verdana"/>
              </a:rPr>
              <a:t>t</a:t>
            </a:r>
            <a:r>
              <a:rPr lang="en-GB" sz="1200" spc="10" dirty="0">
                <a:latin typeface="Verdana"/>
                <a:cs typeface="Verdana"/>
              </a:rPr>
              <a:t>o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15" dirty="0">
                <a:latin typeface="Verdana"/>
                <a:cs typeface="Verdana"/>
              </a:rPr>
              <a:t>c</a:t>
            </a:r>
            <a:r>
              <a:rPr lang="en-GB" sz="1200" spc="-5" dirty="0">
                <a:latin typeface="Verdana"/>
                <a:cs typeface="Verdana"/>
              </a:rPr>
              <a:t>ost  </a:t>
            </a:r>
            <a:r>
              <a:rPr lang="en-GB" sz="1200" spc="-30" dirty="0">
                <a:latin typeface="Verdana"/>
                <a:cs typeface="Verdana"/>
              </a:rPr>
              <a:t>s</a:t>
            </a:r>
            <a:r>
              <a:rPr lang="en-GB" sz="1200" spc="-25" dirty="0">
                <a:latin typeface="Verdana"/>
                <a:cs typeface="Verdana"/>
              </a:rPr>
              <a:t>a</a:t>
            </a:r>
            <a:r>
              <a:rPr lang="en-GB" sz="1200" spc="-10" dirty="0">
                <a:latin typeface="Verdana"/>
                <a:cs typeface="Verdana"/>
              </a:rPr>
              <a:t>vin</a:t>
            </a:r>
            <a:r>
              <a:rPr lang="en-GB" sz="1200" spc="-40" dirty="0">
                <a:latin typeface="Verdana"/>
                <a:cs typeface="Verdana"/>
              </a:rPr>
              <a:t>gs,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15" dirty="0">
                <a:latin typeface="Verdana"/>
                <a:cs typeface="Verdana"/>
              </a:rPr>
              <a:t>imp</a:t>
            </a:r>
            <a:r>
              <a:rPr lang="en-GB" sz="1200" spc="-5" dirty="0">
                <a:latin typeface="Verdana"/>
                <a:cs typeface="Verdana"/>
              </a:rPr>
              <a:t>ro</a:t>
            </a:r>
            <a:r>
              <a:rPr lang="en-GB" sz="1200" spc="-60" dirty="0">
                <a:latin typeface="Verdana"/>
                <a:cs typeface="Verdana"/>
              </a:rPr>
              <a:t>v</a:t>
            </a:r>
            <a:r>
              <a:rPr lang="en-GB" sz="1200" spc="-5" dirty="0">
                <a:latin typeface="Verdana"/>
                <a:cs typeface="Verdana"/>
              </a:rPr>
              <a:t>e</a:t>
            </a:r>
            <a:r>
              <a:rPr lang="en-GB" sz="1200" spc="35" dirty="0">
                <a:latin typeface="Verdana"/>
                <a:cs typeface="Verdana"/>
              </a:rPr>
              <a:t>d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20" dirty="0">
                <a:latin typeface="Verdana"/>
                <a:cs typeface="Verdana"/>
              </a:rPr>
              <a:t>c</a:t>
            </a:r>
            <a:r>
              <a:rPr lang="en-GB" sz="1200" spc="25" dirty="0">
                <a:latin typeface="Verdana"/>
                <a:cs typeface="Verdana"/>
              </a:rPr>
              <a:t>u</a:t>
            </a:r>
            <a:r>
              <a:rPr lang="en-GB" sz="1200" spc="-30" dirty="0">
                <a:latin typeface="Verdana"/>
                <a:cs typeface="Verdana"/>
              </a:rPr>
              <a:t>s</a:t>
            </a:r>
            <a:r>
              <a:rPr lang="en-GB" sz="1200" spc="-15" dirty="0">
                <a:latin typeface="Verdana"/>
                <a:cs typeface="Verdana"/>
              </a:rPr>
              <a:t>t</a:t>
            </a:r>
            <a:r>
              <a:rPr lang="en-GB" sz="1200" spc="35" dirty="0">
                <a:latin typeface="Verdana"/>
                <a:cs typeface="Verdana"/>
              </a:rPr>
              <a:t>om</a:t>
            </a:r>
            <a:r>
              <a:rPr lang="en-GB" sz="1200" spc="-15" dirty="0">
                <a:latin typeface="Verdana"/>
                <a:cs typeface="Verdana"/>
              </a:rPr>
              <a:t>er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20" dirty="0">
                <a:latin typeface="Verdana"/>
                <a:cs typeface="Verdana"/>
              </a:rPr>
              <a:t>se</a:t>
            </a:r>
            <a:r>
              <a:rPr lang="en-GB" sz="1200" spc="-5" dirty="0">
                <a:latin typeface="Verdana"/>
                <a:cs typeface="Verdana"/>
              </a:rPr>
              <a:t>r</a:t>
            </a:r>
            <a:r>
              <a:rPr lang="en-GB" sz="1200" spc="-45" dirty="0">
                <a:latin typeface="Verdana"/>
                <a:cs typeface="Verdana"/>
              </a:rPr>
              <a:t>v</a:t>
            </a:r>
            <a:r>
              <a:rPr lang="en-GB" sz="1200" spc="-15" dirty="0">
                <a:latin typeface="Verdana"/>
                <a:cs typeface="Verdana"/>
              </a:rPr>
              <a:t>i</a:t>
            </a:r>
            <a:r>
              <a:rPr lang="en-GB" sz="1200" spc="15" dirty="0">
                <a:latin typeface="Verdana"/>
                <a:cs typeface="Verdana"/>
              </a:rPr>
              <a:t>c</a:t>
            </a:r>
            <a:r>
              <a:rPr lang="en-GB" sz="1200" spc="-55" dirty="0">
                <a:latin typeface="Verdana"/>
                <a:cs typeface="Verdana"/>
              </a:rPr>
              <a:t>e,  </a:t>
            </a:r>
            <a:r>
              <a:rPr lang="en-GB" sz="1200" spc="5" dirty="0">
                <a:latin typeface="Verdana"/>
                <a:cs typeface="Verdana"/>
              </a:rPr>
              <a:t>an</a:t>
            </a:r>
            <a:r>
              <a:rPr lang="en-GB" sz="1200" spc="35" dirty="0">
                <a:latin typeface="Verdana"/>
                <a:cs typeface="Verdana"/>
              </a:rPr>
              <a:t>d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5" dirty="0">
                <a:latin typeface="Verdana"/>
                <a:cs typeface="Verdana"/>
              </a:rPr>
              <a:t>e</a:t>
            </a:r>
            <a:r>
              <a:rPr lang="en-GB" sz="1200" spc="15" dirty="0">
                <a:latin typeface="Verdana"/>
                <a:cs typeface="Verdana"/>
              </a:rPr>
              <a:t>nha</a:t>
            </a:r>
            <a:r>
              <a:rPr lang="en-GB" sz="1200" spc="25" dirty="0">
                <a:latin typeface="Verdana"/>
                <a:cs typeface="Verdana"/>
              </a:rPr>
              <a:t>n</a:t>
            </a:r>
            <a:r>
              <a:rPr lang="en-GB" sz="1200" spc="15" dirty="0">
                <a:latin typeface="Verdana"/>
                <a:cs typeface="Verdana"/>
              </a:rPr>
              <a:t>c</a:t>
            </a:r>
            <a:r>
              <a:rPr lang="en-GB" sz="1200" spc="-5" dirty="0">
                <a:latin typeface="Verdana"/>
                <a:cs typeface="Verdana"/>
              </a:rPr>
              <a:t>e</a:t>
            </a:r>
            <a:r>
              <a:rPr lang="en-GB" sz="1200" spc="35" dirty="0">
                <a:latin typeface="Verdana"/>
                <a:cs typeface="Verdana"/>
              </a:rPr>
              <a:t>d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20" dirty="0">
                <a:latin typeface="Verdana"/>
                <a:cs typeface="Verdana"/>
              </a:rPr>
              <a:t>o</a:t>
            </a:r>
            <a:r>
              <a:rPr lang="en-GB" sz="1200" spc="15" dirty="0">
                <a:latin typeface="Verdana"/>
                <a:cs typeface="Verdana"/>
              </a:rPr>
              <a:t>p</a:t>
            </a:r>
            <a:r>
              <a:rPr lang="en-GB" sz="1200" spc="-15" dirty="0">
                <a:latin typeface="Verdana"/>
                <a:cs typeface="Verdana"/>
              </a:rPr>
              <a:t>e</a:t>
            </a:r>
            <a:r>
              <a:rPr lang="en-GB" sz="1200" spc="-20" dirty="0">
                <a:latin typeface="Verdana"/>
                <a:cs typeface="Verdana"/>
              </a:rPr>
              <a:t>r</a:t>
            </a:r>
            <a:r>
              <a:rPr lang="en-GB" sz="1200" spc="-5" dirty="0">
                <a:latin typeface="Verdana"/>
                <a:cs typeface="Verdana"/>
              </a:rPr>
              <a:t>ati</a:t>
            </a:r>
            <a:r>
              <a:rPr lang="en-GB" sz="1200" spc="-10" dirty="0">
                <a:latin typeface="Verdana"/>
                <a:cs typeface="Verdana"/>
              </a:rPr>
              <a:t>o</a:t>
            </a:r>
            <a:r>
              <a:rPr lang="en-GB" sz="1200" dirty="0">
                <a:latin typeface="Verdana"/>
                <a:cs typeface="Verdana"/>
              </a:rPr>
              <a:t>nal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5" dirty="0">
                <a:latin typeface="Verdana"/>
                <a:cs typeface="Verdana"/>
              </a:rPr>
              <a:t>e</a:t>
            </a:r>
            <a:r>
              <a:rPr lang="en-GB" sz="1200" spc="10" dirty="0">
                <a:latin typeface="Verdana"/>
                <a:cs typeface="Verdana"/>
              </a:rPr>
              <a:t>fﬁci</a:t>
            </a:r>
            <a:r>
              <a:rPr lang="en-GB" sz="1200" spc="5" dirty="0">
                <a:latin typeface="Verdana"/>
                <a:cs typeface="Verdana"/>
              </a:rPr>
              <a:t>e</a:t>
            </a:r>
            <a:r>
              <a:rPr lang="en-GB" sz="1200" spc="25" dirty="0">
                <a:latin typeface="Verdana"/>
                <a:cs typeface="Verdana"/>
              </a:rPr>
              <a:t>n</a:t>
            </a:r>
            <a:r>
              <a:rPr lang="en-GB" sz="1200" spc="15" dirty="0">
                <a:latin typeface="Verdana"/>
                <a:cs typeface="Verdana"/>
              </a:rPr>
              <a:t>c</a:t>
            </a:r>
            <a:r>
              <a:rPr lang="en-GB" sz="1200" spc="-75" dirty="0">
                <a:latin typeface="Verdana"/>
                <a:cs typeface="Verdana"/>
              </a:rPr>
              <a:t>y</a:t>
            </a:r>
            <a:r>
              <a:rPr lang="en-GB" sz="1200" spc="-125" dirty="0">
                <a:latin typeface="Verdana"/>
                <a:cs typeface="Verdana"/>
              </a:rPr>
              <a:t>.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45" dirty="0">
                <a:latin typeface="Verdana"/>
                <a:cs typeface="Verdana"/>
              </a:rPr>
              <a:t>It  </a:t>
            </a:r>
            <a:r>
              <a:rPr lang="en-GB" sz="1200" spc="5" dirty="0">
                <a:latin typeface="Verdana"/>
                <a:cs typeface="Verdana"/>
              </a:rPr>
              <a:t>enable</a:t>
            </a:r>
            <a:r>
              <a:rPr lang="en-GB" sz="1200" spc="-30" dirty="0">
                <a:latin typeface="Verdana"/>
                <a:cs typeface="Verdana"/>
              </a:rPr>
              <a:t>s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15" dirty="0">
                <a:latin typeface="Verdana"/>
                <a:cs typeface="Verdana"/>
              </a:rPr>
              <a:t>be</a:t>
            </a:r>
            <a:r>
              <a:rPr lang="en-GB" sz="1200" spc="-5" dirty="0">
                <a:latin typeface="Verdana"/>
                <a:cs typeface="Verdana"/>
              </a:rPr>
              <a:t>t</a:t>
            </a:r>
            <a:r>
              <a:rPr lang="en-GB" sz="1200" spc="-10" dirty="0">
                <a:latin typeface="Verdana"/>
                <a:cs typeface="Verdana"/>
              </a:rPr>
              <a:t>t</a:t>
            </a:r>
            <a:r>
              <a:rPr lang="en-GB" sz="1200" spc="-5" dirty="0">
                <a:latin typeface="Verdana"/>
                <a:cs typeface="Verdana"/>
              </a:rPr>
              <a:t>e</a:t>
            </a:r>
            <a:r>
              <a:rPr lang="en-GB" sz="1200" spc="-25" dirty="0">
                <a:latin typeface="Verdana"/>
                <a:cs typeface="Verdana"/>
              </a:rPr>
              <a:t>r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5" dirty="0">
                <a:latin typeface="Verdana"/>
                <a:cs typeface="Verdana"/>
              </a:rPr>
              <a:t>in</a:t>
            </a:r>
            <a:r>
              <a:rPr lang="en-GB" sz="1200" spc="-60" dirty="0">
                <a:latin typeface="Verdana"/>
                <a:cs typeface="Verdana"/>
              </a:rPr>
              <a:t>v</a:t>
            </a:r>
            <a:r>
              <a:rPr lang="en-GB" sz="1200" spc="10" dirty="0">
                <a:latin typeface="Verdana"/>
                <a:cs typeface="Verdana"/>
              </a:rPr>
              <a:t>en</a:t>
            </a:r>
            <a:r>
              <a:rPr lang="en-GB" sz="1200" spc="-10" dirty="0">
                <a:latin typeface="Verdana"/>
                <a:cs typeface="Verdana"/>
              </a:rPr>
              <a:t>t</a:t>
            </a:r>
            <a:r>
              <a:rPr lang="en-GB" sz="1200" spc="5" dirty="0">
                <a:latin typeface="Verdana"/>
                <a:cs typeface="Verdana"/>
              </a:rPr>
              <a:t>o</a:t>
            </a:r>
            <a:r>
              <a:rPr lang="en-GB" sz="1200" spc="-15" dirty="0">
                <a:latin typeface="Verdana"/>
                <a:cs typeface="Verdana"/>
              </a:rPr>
              <a:t>r</a:t>
            </a:r>
            <a:r>
              <a:rPr lang="en-GB" sz="1200" spc="-45" dirty="0">
                <a:latin typeface="Verdana"/>
                <a:cs typeface="Verdana"/>
              </a:rPr>
              <a:t>y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55" dirty="0">
                <a:latin typeface="Verdana"/>
                <a:cs typeface="Verdana"/>
              </a:rPr>
              <a:t>m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5" dirty="0">
                <a:latin typeface="Verdana"/>
                <a:cs typeface="Verdana"/>
              </a:rPr>
              <a:t>na</a:t>
            </a:r>
            <a:r>
              <a:rPr lang="en-GB" sz="1200" spc="35" dirty="0">
                <a:latin typeface="Verdana"/>
                <a:cs typeface="Verdana"/>
              </a:rPr>
              <a:t>gem</a:t>
            </a:r>
            <a:r>
              <a:rPr lang="en-GB" sz="1200" spc="10" dirty="0">
                <a:latin typeface="Verdana"/>
                <a:cs typeface="Verdana"/>
              </a:rPr>
              <a:t>ent  </a:t>
            </a:r>
            <a:r>
              <a:rPr lang="en-GB" sz="1200" spc="5" dirty="0">
                <a:latin typeface="Verdana"/>
                <a:cs typeface="Verdana"/>
              </a:rPr>
              <a:t>an</a:t>
            </a:r>
            <a:r>
              <a:rPr lang="en-GB" sz="1200" spc="35" dirty="0">
                <a:latin typeface="Verdana"/>
                <a:cs typeface="Verdana"/>
              </a:rPr>
              <a:t>d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40" dirty="0">
                <a:latin typeface="Verdana"/>
                <a:cs typeface="Verdana"/>
              </a:rPr>
              <a:t>r</a:t>
            </a:r>
            <a:r>
              <a:rPr lang="en-GB" sz="1200" spc="20" dirty="0">
                <a:latin typeface="Verdana"/>
                <a:cs typeface="Verdana"/>
              </a:rPr>
              <a:t>edu</a:t>
            </a:r>
            <a:r>
              <a:rPr lang="en-GB" sz="1200" spc="10" dirty="0">
                <a:latin typeface="Verdana"/>
                <a:cs typeface="Verdana"/>
              </a:rPr>
              <a:t>c</a:t>
            </a:r>
            <a:r>
              <a:rPr lang="en-GB" sz="1200" spc="-15" dirty="0">
                <a:latin typeface="Verdana"/>
                <a:cs typeface="Verdana"/>
              </a:rPr>
              <a:t>es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10" dirty="0">
                <a:latin typeface="Verdana"/>
                <a:cs typeface="Verdana"/>
              </a:rPr>
              <a:t>t</a:t>
            </a:r>
            <a:r>
              <a:rPr lang="en-GB" sz="1200" spc="-20" dirty="0">
                <a:latin typeface="Verdana"/>
                <a:cs typeface="Verdana"/>
              </a:rPr>
              <a:t>r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-5" dirty="0">
                <a:latin typeface="Verdana"/>
                <a:cs typeface="Verdana"/>
              </a:rPr>
              <a:t>ns</a:t>
            </a:r>
            <a:r>
              <a:rPr lang="en-GB" sz="1200" spc="30" dirty="0">
                <a:latin typeface="Verdana"/>
                <a:cs typeface="Verdana"/>
              </a:rPr>
              <a:t>p</a:t>
            </a:r>
            <a:r>
              <a:rPr lang="en-GB" sz="1200" spc="-10" dirty="0">
                <a:latin typeface="Verdana"/>
                <a:cs typeface="Verdana"/>
              </a:rPr>
              <a:t>o</a:t>
            </a:r>
            <a:r>
              <a:rPr lang="en-GB" sz="1200" dirty="0">
                <a:latin typeface="Verdana"/>
                <a:cs typeface="Verdana"/>
              </a:rPr>
              <a:t>r</a:t>
            </a:r>
            <a:r>
              <a:rPr lang="en-GB" sz="1200" spc="-5" dirty="0">
                <a:latin typeface="Verdana"/>
                <a:cs typeface="Verdana"/>
              </a:rPr>
              <a:t>ta</a:t>
            </a:r>
            <a:r>
              <a:rPr lang="en-GB" sz="1200" dirty="0">
                <a:latin typeface="Verdana"/>
                <a:cs typeface="Verdana"/>
              </a:rPr>
              <a:t>t</a:t>
            </a:r>
            <a:r>
              <a:rPr lang="en-GB" sz="1200" spc="-10" dirty="0">
                <a:latin typeface="Verdana"/>
                <a:cs typeface="Verdana"/>
              </a:rPr>
              <a:t>ion </a:t>
            </a:r>
            <a:r>
              <a:rPr lang="en-GB" sz="1200" spc="-40" dirty="0">
                <a:latin typeface="Verdana"/>
                <a:cs typeface="Verdana"/>
              </a:rPr>
              <a:t>r</a:t>
            </a:r>
            <a:r>
              <a:rPr lang="en-GB" sz="1200" spc="-5" dirty="0">
                <a:latin typeface="Verdana"/>
                <a:cs typeface="Verdana"/>
              </a:rPr>
              <a:t>ela</a:t>
            </a:r>
            <a:r>
              <a:rPr lang="en-GB" sz="1200" spc="-20" dirty="0">
                <a:latin typeface="Verdana"/>
                <a:cs typeface="Verdana"/>
              </a:rPr>
              <a:t>t</a:t>
            </a:r>
            <a:r>
              <a:rPr lang="en-GB" sz="1200" spc="-5" dirty="0">
                <a:latin typeface="Verdana"/>
                <a:cs typeface="Verdana"/>
              </a:rPr>
              <a:t>e</a:t>
            </a:r>
            <a:r>
              <a:rPr lang="en-GB" sz="1200" spc="35" dirty="0">
                <a:latin typeface="Verdana"/>
                <a:cs typeface="Verdana"/>
              </a:rPr>
              <a:t>d </a:t>
            </a:r>
            <a:r>
              <a:rPr lang="en-GB" sz="1200" i="1" spc="-30" dirty="0">
                <a:latin typeface="Verdana"/>
                <a:cs typeface="Verdana"/>
              </a:rPr>
              <a:t>waste</a:t>
            </a:r>
            <a:r>
              <a:rPr lang="en-GB" sz="1200" spc="-30" dirty="0">
                <a:latin typeface="Verdana"/>
                <a:cs typeface="Verdana"/>
              </a:rPr>
              <a:t>.</a:t>
            </a:r>
            <a:endParaRPr lang="en-GB" sz="1200" dirty="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" y="8"/>
            <a:ext cx="2596865" cy="32879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6425" y="359926"/>
            <a:ext cx="2764790" cy="5607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79375" rIns="0" bIns="0" rtlCol="0">
            <a:spAutoFit/>
          </a:bodyPr>
          <a:lstStyle/>
          <a:p>
            <a:pPr marL="608330">
              <a:lnSpc>
                <a:spcPct val="100000"/>
              </a:lnSpc>
              <a:spcBef>
                <a:spcPts val="625"/>
              </a:spcBef>
            </a:pPr>
            <a:r>
              <a:rPr sz="1850" spc="5" dirty="0">
                <a:latin typeface="Trebuchet MS"/>
                <a:cs typeface="Trebuchet MS"/>
              </a:rPr>
              <a:t>Best</a:t>
            </a:r>
            <a:r>
              <a:rPr sz="1850" spc="-135" dirty="0">
                <a:latin typeface="Trebuchet MS"/>
                <a:cs typeface="Trebuchet MS"/>
              </a:rPr>
              <a:t> </a:t>
            </a:r>
            <a:r>
              <a:rPr sz="1850" spc="35" dirty="0">
                <a:latin typeface="Trebuchet MS"/>
                <a:cs typeface="Trebuchet MS"/>
              </a:rPr>
              <a:t>Prac</a:t>
            </a:r>
            <a:r>
              <a:rPr sz="1850" spc="-25" dirty="0">
                <a:latin typeface="Trebuchet MS"/>
                <a:cs typeface="Trebuchet MS"/>
              </a:rPr>
              <a:t>tices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91F7B-377C-2C49-4622-83EEE9239BFB}"/>
              </a:ext>
            </a:extLst>
          </p:cNvPr>
          <p:cNvSpPr txBox="1"/>
          <p:nvPr/>
        </p:nvSpPr>
        <p:spPr>
          <a:xfrm>
            <a:off x="2598380" y="1053121"/>
            <a:ext cx="2926976" cy="13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-635">
              <a:lnSpc>
                <a:spcPct val="115500"/>
              </a:lnSpc>
              <a:spcBef>
                <a:spcPts val="95"/>
              </a:spcBef>
            </a:pPr>
            <a:r>
              <a:rPr lang="en-GB" sz="1200" spc="-85" dirty="0">
                <a:latin typeface="Verdana"/>
                <a:cs typeface="Verdana"/>
              </a:rPr>
              <a:t>T</a:t>
            </a:r>
            <a:r>
              <a:rPr lang="en-GB" sz="1200" spc="10" dirty="0">
                <a:latin typeface="Verdana"/>
                <a:cs typeface="Verdana"/>
              </a:rPr>
              <a:t>o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20" dirty="0">
                <a:latin typeface="Verdana"/>
                <a:cs typeface="Verdana"/>
              </a:rPr>
              <a:t>ma</a:t>
            </a:r>
            <a:r>
              <a:rPr lang="en-GB" sz="1200" spc="-60" dirty="0">
                <a:latin typeface="Verdana"/>
                <a:cs typeface="Verdana"/>
              </a:rPr>
              <a:t>x</a:t>
            </a:r>
            <a:r>
              <a:rPr lang="en-GB" sz="1200" spc="5" dirty="0">
                <a:latin typeface="Verdana"/>
                <a:cs typeface="Verdana"/>
              </a:rPr>
              <a:t>imi</a:t>
            </a:r>
            <a:r>
              <a:rPr lang="en-GB" sz="1200" spc="-5" dirty="0">
                <a:latin typeface="Verdana"/>
                <a:cs typeface="Verdana"/>
              </a:rPr>
              <a:t>z</a:t>
            </a:r>
            <a:r>
              <a:rPr lang="en-GB" sz="1200" dirty="0">
                <a:latin typeface="Verdana"/>
                <a:cs typeface="Verdana"/>
              </a:rPr>
              <a:t>e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15" dirty="0">
                <a:latin typeface="Verdana"/>
                <a:cs typeface="Verdana"/>
              </a:rPr>
              <a:t>th</a:t>
            </a:r>
            <a:r>
              <a:rPr lang="en-GB" sz="1200" dirty="0">
                <a:latin typeface="Verdana"/>
                <a:cs typeface="Verdana"/>
              </a:rPr>
              <a:t>e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20" dirty="0">
                <a:latin typeface="Verdana"/>
                <a:cs typeface="Verdana"/>
              </a:rPr>
              <a:t>b</a:t>
            </a:r>
            <a:r>
              <a:rPr lang="en-GB" sz="1200" spc="10" dirty="0">
                <a:latin typeface="Verdana"/>
                <a:cs typeface="Verdana"/>
              </a:rPr>
              <a:t>e</a:t>
            </a:r>
            <a:r>
              <a:rPr lang="en-GB" sz="1200" spc="25" dirty="0">
                <a:latin typeface="Verdana"/>
                <a:cs typeface="Verdana"/>
              </a:rPr>
              <a:t>n</a:t>
            </a:r>
            <a:r>
              <a:rPr lang="en-GB" sz="1200" spc="5" dirty="0">
                <a:latin typeface="Verdana"/>
                <a:cs typeface="Verdana"/>
              </a:rPr>
              <a:t>eﬁts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5" dirty="0">
                <a:latin typeface="Verdana"/>
                <a:cs typeface="Verdana"/>
              </a:rPr>
              <a:t>of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40" dirty="0">
                <a:latin typeface="Verdana"/>
                <a:cs typeface="Verdana"/>
              </a:rPr>
              <a:t>T</a:t>
            </a:r>
            <a:r>
              <a:rPr lang="en-GB" sz="1200" spc="10" dirty="0">
                <a:latin typeface="Verdana"/>
                <a:cs typeface="Verdana"/>
              </a:rPr>
              <a:t>M</a:t>
            </a:r>
            <a:r>
              <a:rPr lang="en-GB" sz="1200" spc="20" dirty="0">
                <a:latin typeface="Verdana"/>
                <a:cs typeface="Verdana"/>
              </a:rPr>
              <a:t>S</a:t>
            </a:r>
            <a:r>
              <a:rPr lang="en-GB" sz="1200" spc="-125" dirty="0">
                <a:latin typeface="Verdana"/>
                <a:cs typeface="Verdana"/>
              </a:rPr>
              <a:t>,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15" dirty="0">
                <a:latin typeface="Verdana"/>
                <a:cs typeface="Verdana"/>
              </a:rPr>
              <a:t>c</a:t>
            </a:r>
            <a:r>
              <a:rPr lang="en-GB" sz="1200" spc="35" dirty="0">
                <a:latin typeface="Verdana"/>
                <a:cs typeface="Verdana"/>
              </a:rPr>
              <a:t>om</a:t>
            </a:r>
            <a:r>
              <a:rPr lang="en-GB" sz="1200" spc="25" dirty="0">
                <a:latin typeface="Verdana"/>
                <a:cs typeface="Verdana"/>
              </a:rPr>
              <a:t>p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-5" dirty="0">
                <a:latin typeface="Verdana"/>
                <a:cs typeface="Verdana"/>
              </a:rPr>
              <a:t>nies  </a:t>
            </a:r>
            <a:r>
              <a:rPr lang="en-GB" sz="1200" spc="10" dirty="0">
                <a:latin typeface="Verdana"/>
                <a:cs typeface="Verdana"/>
              </a:rPr>
              <a:t>should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dirty="0">
                <a:latin typeface="Verdana"/>
                <a:cs typeface="Verdana"/>
              </a:rPr>
              <a:t>focus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15" dirty="0">
                <a:latin typeface="Verdana"/>
                <a:cs typeface="Verdana"/>
              </a:rPr>
              <a:t>on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dirty="0">
                <a:latin typeface="Verdana"/>
                <a:cs typeface="Verdana"/>
              </a:rPr>
              <a:t>data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10" dirty="0">
                <a:latin typeface="Verdana"/>
                <a:cs typeface="Verdana"/>
              </a:rPr>
              <a:t>integration,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dirty="0">
                <a:latin typeface="Verdana"/>
                <a:cs typeface="Verdana"/>
              </a:rPr>
              <a:t>collaboration </a:t>
            </a:r>
            <a:r>
              <a:rPr lang="en-GB" sz="1200" spc="-265" dirty="0">
                <a:latin typeface="Verdana"/>
                <a:cs typeface="Verdana"/>
              </a:rPr>
              <a:t> </a:t>
            </a:r>
            <a:r>
              <a:rPr lang="en-GB" sz="1200" spc="15" dirty="0">
                <a:latin typeface="Verdana"/>
                <a:cs typeface="Verdana"/>
              </a:rPr>
              <a:t>with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5" dirty="0">
                <a:latin typeface="Verdana"/>
                <a:cs typeface="Verdana"/>
              </a:rPr>
              <a:t>ca</a:t>
            </a:r>
            <a:r>
              <a:rPr lang="en-GB" sz="1200" spc="-15" dirty="0">
                <a:latin typeface="Verdana"/>
                <a:cs typeface="Verdana"/>
              </a:rPr>
              <a:t>r</a:t>
            </a:r>
            <a:r>
              <a:rPr lang="en-GB" sz="1200" spc="-35" dirty="0">
                <a:latin typeface="Verdana"/>
                <a:cs typeface="Verdana"/>
              </a:rPr>
              <a:t>r</a:t>
            </a:r>
            <a:r>
              <a:rPr lang="en-GB" sz="1200" spc="-5" dirty="0">
                <a:latin typeface="Verdana"/>
                <a:cs typeface="Verdana"/>
              </a:rPr>
              <a:t>i</a:t>
            </a:r>
            <a:r>
              <a:rPr lang="en-GB" sz="1200" spc="-10" dirty="0">
                <a:latin typeface="Verdana"/>
                <a:cs typeface="Verdana"/>
              </a:rPr>
              <a:t>e</a:t>
            </a:r>
            <a:r>
              <a:rPr lang="en-GB" sz="1200" spc="-30" dirty="0">
                <a:latin typeface="Verdana"/>
                <a:cs typeface="Verdana"/>
              </a:rPr>
              <a:t>r</a:t>
            </a:r>
            <a:r>
              <a:rPr lang="en-GB" sz="1200" spc="-80" dirty="0">
                <a:latin typeface="Verdana"/>
                <a:cs typeface="Verdana"/>
              </a:rPr>
              <a:t>s,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5" dirty="0">
                <a:latin typeface="Verdana"/>
                <a:cs typeface="Verdana"/>
              </a:rPr>
              <a:t>an</a:t>
            </a:r>
            <a:r>
              <a:rPr lang="en-GB" sz="1200" spc="35" dirty="0">
                <a:latin typeface="Verdana"/>
                <a:cs typeface="Verdana"/>
              </a:rPr>
              <a:t>d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15" dirty="0">
                <a:latin typeface="Verdana"/>
                <a:cs typeface="Verdana"/>
              </a:rPr>
              <a:t>continuo</a:t>
            </a:r>
            <a:r>
              <a:rPr lang="en-GB" sz="1200" spc="10" dirty="0">
                <a:latin typeface="Verdana"/>
                <a:cs typeface="Verdana"/>
              </a:rPr>
              <a:t>u</a:t>
            </a:r>
            <a:r>
              <a:rPr lang="en-GB" sz="1200" spc="-30" dirty="0">
                <a:latin typeface="Verdana"/>
                <a:cs typeface="Verdana"/>
              </a:rPr>
              <a:t>s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5" dirty="0">
                <a:latin typeface="Verdana"/>
                <a:cs typeface="Verdana"/>
              </a:rPr>
              <a:t>pe</a:t>
            </a:r>
            <a:r>
              <a:rPr lang="en-GB" sz="1200" spc="-5" dirty="0">
                <a:latin typeface="Verdana"/>
                <a:cs typeface="Verdana"/>
              </a:rPr>
              <a:t>r</a:t>
            </a:r>
            <a:r>
              <a:rPr lang="en-GB" sz="1200" spc="-25" dirty="0">
                <a:latin typeface="Verdana"/>
                <a:cs typeface="Verdana"/>
              </a:rPr>
              <a:t>f</a:t>
            </a:r>
            <a:r>
              <a:rPr lang="en-GB" sz="1200" spc="-10" dirty="0">
                <a:latin typeface="Verdana"/>
                <a:cs typeface="Verdana"/>
              </a:rPr>
              <a:t>o</a:t>
            </a:r>
            <a:r>
              <a:rPr lang="en-GB" sz="1200" spc="-20" dirty="0">
                <a:latin typeface="Verdana"/>
                <a:cs typeface="Verdana"/>
              </a:rPr>
              <a:t>r</a:t>
            </a:r>
            <a:r>
              <a:rPr lang="en-GB" sz="1200" spc="25" dirty="0">
                <a:latin typeface="Verdana"/>
                <a:cs typeface="Verdana"/>
              </a:rPr>
              <a:t>man</a:t>
            </a:r>
            <a:r>
              <a:rPr lang="en-GB" sz="1200" spc="15" dirty="0">
                <a:latin typeface="Verdana"/>
                <a:cs typeface="Verdana"/>
              </a:rPr>
              <a:t>c</a:t>
            </a:r>
            <a:r>
              <a:rPr lang="en-GB" sz="1200" dirty="0">
                <a:latin typeface="Verdana"/>
                <a:cs typeface="Verdana"/>
              </a:rPr>
              <a:t>e  </a:t>
            </a:r>
            <a:r>
              <a:rPr lang="en-GB" sz="1200" spc="-10" dirty="0">
                <a:latin typeface="Verdana"/>
                <a:cs typeface="Verdana"/>
              </a:rPr>
              <a:t>anal</a:t>
            </a:r>
            <a:r>
              <a:rPr lang="en-GB" sz="1200" spc="-20" dirty="0">
                <a:latin typeface="Verdana"/>
                <a:cs typeface="Verdana"/>
              </a:rPr>
              <a:t>y</a:t>
            </a:r>
            <a:r>
              <a:rPr lang="en-GB" sz="1200" spc="-50" dirty="0">
                <a:latin typeface="Verdana"/>
                <a:cs typeface="Verdana"/>
              </a:rPr>
              <a:t>sis.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10" dirty="0">
                <a:latin typeface="Verdana"/>
                <a:cs typeface="Verdana"/>
              </a:rPr>
              <a:t>A</a:t>
            </a:r>
            <a:r>
              <a:rPr lang="en-GB" sz="1200" spc="15" dirty="0">
                <a:latin typeface="Verdana"/>
                <a:cs typeface="Verdana"/>
              </a:rPr>
              <a:t>u</a:t>
            </a:r>
            <a:r>
              <a:rPr lang="en-GB" sz="1200" spc="-5" dirty="0">
                <a:latin typeface="Verdana"/>
                <a:cs typeface="Verdana"/>
              </a:rPr>
              <a:t>t</a:t>
            </a:r>
            <a:r>
              <a:rPr lang="en-GB" sz="1200" spc="5" dirty="0">
                <a:latin typeface="Verdana"/>
                <a:cs typeface="Verdana"/>
              </a:rPr>
              <a:t>o</a:t>
            </a:r>
            <a:r>
              <a:rPr lang="en-GB" sz="1200" spc="10" dirty="0">
                <a:latin typeface="Verdana"/>
                <a:cs typeface="Verdana"/>
              </a:rPr>
              <a:t>mation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25" dirty="0">
                <a:latin typeface="Verdana"/>
                <a:cs typeface="Verdana"/>
              </a:rPr>
              <a:t>n</a:t>
            </a:r>
            <a:r>
              <a:rPr lang="en-GB" sz="1200" spc="35" dirty="0">
                <a:latin typeface="Verdana"/>
                <a:cs typeface="Verdana"/>
              </a:rPr>
              <a:t>d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40" dirty="0">
                <a:latin typeface="Verdana"/>
                <a:cs typeface="Verdana"/>
              </a:rPr>
              <a:t>r</a:t>
            </a:r>
            <a:r>
              <a:rPr lang="en-GB" sz="1200" spc="-15" dirty="0">
                <a:latin typeface="Verdana"/>
                <a:cs typeface="Verdana"/>
              </a:rPr>
              <a:t>e</a:t>
            </a:r>
            <a:r>
              <a:rPr lang="en-GB" sz="1200" spc="-30" dirty="0">
                <a:latin typeface="Verdana"/>
                <a:cs typeface="Verdana"/>
              </a:rPr>
              <a:t>al</a:t>
            </a:r>
            <a:r>
              <a:rPr lang="en-GB" sz="1200" spc="-25" dirty="0">
                <a:latin typeface="Verdana"/>
                <a:cs typeface="Verdana"/>
              </a:rPr>
              <a:t>-</a:t>
            </a:r>
            <a:r>
              <a:rPr lang="en-GB" sz="1200" dirty="0">
                <a:latin typeface="Verdana"/>
                <a:cs typeface="Verdana"/>
              </a:rPr>
              <a:t>t</a:t>
            </a:r>
            <a:r>
              <a:rPr lang="en-GB" sz="1200" spc="25" dirty="0">
                <a:latin typeface="Verdana"/>
                <a:cs typeface="Verdana"/>
              </a:rPr>
              <a:t>im</a:t>
            </a:r>
            <a:r>
              <a:rPr lang="en-GB" sz="1200" dirty="0">
                <a:latin typeface="Verdana"/>
                <a:cs typeface="Verdana"/>
              </a:rPr>
              <a:t>e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45" dirty="0">
                <a:latin typeface="Verdana"/>
                <a:cs typeface="Verdana"/>
              </a:rPr>
              <a:t>v</a:t>
            </a:r>
            <a:r>
              <a:rPr lang="en-GB" sz="1200" spc="-15" dirty="0">
                <a:latin typeface="Verdana"/>
                <a:cs typeface="Verdana"/>
              </a:rPr>
              <a:t>i</a:t>
            </a:r>
            <a:r>
              <a:rPr lang="en-GB" sz="1200" spc="-30" dirty="0">
                <a:latin typeface="Verdana"/>
                <a:cs typeface="Verdana"/>
              </a:rPr>
              <a:t>s</a:t>
            </a:r>
            <a:r>
              <a:rPr lang="en-GB" sz="1200" spc="-15" dirty="0">
                <a:latin typeface="Verdana"/>
                <a:cs typeface="Verdana"/>
              </a:rPr>
              <a:t>i</a:t>
            </a:r>
            <a:r>
              <a:rPr lang="en-GB" sz="1200" dirty="0">
                <a:latin typeface="Verdana"/>
                <a:cs typeface="Verdana"/>
              </a:rPr>
              <a:t>bili</a:t>
            </a:r>
            <a:r>
              <a:rPr lang="en-GB" sz="1200" spc="-5" dirty="0">
                <a:latin typeface="Verdana"/>
                <a:cs typeface="Verdana"/>
              </a:rPr>
              <a:t>t</a:t>
            </a:r>
            <a:r>
              <a:rPr lang="en-GB" sz="1200" spc="-45" dirty="0">
                <a:latin typeface="Verdana"/>
                <a:cs typeface="Verdana"/>
              </a:rPr>
              <a:t>y</a:t>
            </a:r>
            <a:r>
              <a:rPr lang="en-GB" sz="1200" spc="-75" dirty="0">
                <a:latin typeface="Verdana"/>
                <a:cs typeface="Verdana"/>
              </a:rPr>
              <a:t> </a:t>
            </a:r>
            <a:r>
              <a:rPr lang="en-GB" sz="1200" spc="-15" dirty="0">
                <a:latin typeface="Verdana"/>
                <a:cs typeface="Verdana"/>
              </a:rPr>
              <a:t>a</a:t>
            </a:r>
            <a:r>
              <a:rPr lang="en-GB" sz="1200" spc="-40" dirty="0">
                <a:latin typeface="Verdana"/>
                <a:cs typeface="Verdana"/>
              </a:rPr>
              <a:t>r</a:t>
            </a:r>
            <a:r>
              <a:rPr lang="en-GB" sz="1200" dirty="0">
                <a:latin typeface="Verdana"/>
                <a:cs typeface="Verdana"/>
              </a:rPr>
              <a:t>e  </a:t>
            </a:r>
            <a:r>
              <a:rPr lang="en-GB" sz="1200" spc="-60" dirty="0">
                <a:latin typeface="Verdana"/>
                <a:cs typeface="Verdana"/>
              </a:rPr>
              <a:t>key.</a:t>
            </a:r>
            <a:endParaRPr lang="en-GB" sz="1200" dirty="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1" y="0"/>
            <a:ext cx="5845810" cy="3288029"/>
          </a:xfrm>
          <a:custGeom>
            <a:avLst/>
            <a:gdLst/>
            <a:ahLst/>
            <a:cxnLst/>
            <a:rect l="l" t="t" r="r" b="b"/>
            <a:pathLst>
              <a:path w="5845810" h="3288029">
                <a:moveTo>
                  <a:pt x="5845213" y="0"/>
                </a:moveTo>
                <a:lnTo>
                  <a:pt x="5453367" y="0"/>
                </a:lnTo>
                <a:lnTo>
                  <a:pt x="5453367" y="391160"/>
                </a:lnTo>
                <a:lnTo>
                  <a:pt x="5453367" y="2895600"/>
                </a:lnTo>
                <a:lnTo>
                  <a:pt x="3865029" y="2895600"/>
                </a:lnTo>
                <a:lnTo>
                  <a:pt x="3865029" y="2894457"/>
                </a:lnTo>
                <a:lnTo>
                  <a:pt x="1980222" y="2894457"/>
                </a:lnTo>
                <a:lnTo>
                  <a:pt x="1980222" y="2895600"/>
                </a:lnTo>
                <a:lnTo>
                  <a:pt x="391858" y="2895600"/>
                </a:lnTo>
                <a:lnTo>
                  <a:pt x="391858" y="391160"/>
                </a:lnTo>
                <a:lnTo>
                  <a:pt x="1980222" y="391160"/>
                </a:lnTo>
                <a:lnTo>
                  <a:pt x="1980222" y="392595"/>
                </a:lnTo>
                <a:lnTo>
                  <a:pt x="3865029" y="392595"/>
                </a:lnTo>
                <a:lnTo>
                  <a:pt x="3865029" y="391160"/>
                </a:lnTo>
                <a:lnTo>
                  <a:pt x="5453367" y="391160"/>
                </a:lnTo>
                <a:lnTo>
                  <a:pt x="5453367" y="0"/>
                </a:lnTo>
                <a:lnTo>
                  <a:pt x="3776573" y="0"/>
                </a:lnTo>
                <a:lnTo>
                  <a:pt x="2068664" y="25"/>
                </a:lnTo>
                <a:lnTo>
                  <a:pt x="0" y="0"/>
                </a:lnTo>
                <a:lnTo>
                  <a:pt x="0" y="391160"/>
                </a:lnTo>
                <a:lnTo>
                  <a:pt x="0" y="2895600"/>
                </a:lnTo>
                <a:lnTo>
                  <a:pt x="0" y="3288030"/>
                </a:lnTo>
                <a:lnTo>
                  <a:pt x="2068664" y="3288030"/>
                </a:lnTo>
                <a:lnTo>
                  <a:pt x="2068664" y="3287014"/>
                </a:lnTo>
                <a:lnTo>
                  <a:pt x="3776573" y="3287014"/>
                </a:lnTo>
                <a:lnTo>
                  <a:pt x="3776573" y="3288030"/>
                </a:lnTo>
                <a:lnTo>
                  <a:pt x="5845213" y="3288030"/>
                </a:lnTo>
                <a:lnTo>
                  <a:pt x="5845213" y="2895600"/>
                </a:lnTo>
                <a:lnTo>
                  <a:pt x="5845213" y="391160"/>
                </a:lnTo>
                <a:lnTo>
                  <a:pt x="58452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9644" y="766646"/>
            <a:ext cx="2165985" cy="5149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420" dirty="0">
                <a:solidFill>
                  <a:srgbClr val="000000"/>
                </a:solidFill>
              </a:rPr>
              <a:t>C</a:t>
            </a:r>
            <a:r>
              <a:rPr sz="3200" spc="-15" dirty="0">
                <a:solidFill>
                  <a:srgbClr val="000000"/>
                </a:solidFill>
              </a:rPr>
              <a:t>o</a:t>
            </a:r>
            <a:r>
              <a:rPr sz="3200" spc="30" dirty="0">
                <a:solidFill>
                  <a:srgbClr val="000000"/>
                </a:solidFill>
              </a:rPr>
              <a:t>n</a:t>
            </a:r>
            <a:r>
              <a:rPr sz="3200" spc="85" dirty="0">
                <a:solidFill>
                  <a:srgbClr val="000000"/>
                </a:solidFill>
              </a:rPr>
              <a:t>c</a:t>
            </a:r>
            <a:r>
              <a:rPr sz="3200" spc="15" dirty="0">
                <a:solidFill>
                  <a:srgbClr val="000000"/>
                </a:solidFill>
              </a:rPr>
              <a:t>l</a:t>
            </a:r>
            <a:r>
              <a:rPr sz="3200" spc="25" dirty="0">
                <a:solidFill>
                  <a:srgbClr val="000000"/>
                </a:solidFill>
              </a:rPr>
              <a:t>u</a:t>
            </a:r>
            <a:r>
              <a:rPr sz="3200" spc="5" dirty="0">
                <a:solidFill>
                  <a:srgbClr val="000000"/>
                </a:solidFill>
              </a:rPr>
              <a:t>s</a:t>
            </a:r>
            <a:r>
              <a:rPr sz="3200" spc="-5" dirty="0">
                <a:solidFill>
                  <a:srgbClr val="000000"/>
                </a:solidFill>
              </a:rPr>
              <a:t>i</a:t>
            </a:r>
            <a:r>
              <a:rPr sz="3200" spc="-10" dirty="0">
                <a:solidFill>
                  <a:srgbClr val="000000"/>
                </a:solidFill>
              </a:rPr>
              <a:t>o</a:t>
            </a:r>
            <a:r>
              <a:rPr sz="3200" spc="35" dirty="0">
                <a:solidFill>
                  <a:srgbClr val="000000"/>
                </a:solidFill>
              </a:rPr>
              <a:t>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386419" y="1483865"/>
            <a:ext cx="3072765" cy="527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1099"/>
              </a:lnSpc>
              <a:spcBef>
                <a:spcPts val="105"/>
              </a:spcBef>
            </a:pPr>
            <a:r>
              <a:rPr sz="800" spc="-25" dirty="0">
                <a:latin typeface="Verdana"/>
                <a:cs typeface="Verdana"/>
              </a:rPr>
              <a:t>In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30" dirty="0">
                <a:latin typeface="Verdana"/>
                <a:cs typeface="Verdana"/>
              </a:rPr>
              <a:t>c</a:t>
            </a:r>
            <a:r>
              <a:rPr sz="800" spc="35" dirty="0">
                <a:latin typeface="Verdana"/>
                <a:cs typeface="Verdana"/>
              </a:rPr>
              <a:t>on</a:t>
            </a:r>
            <a:r>
              <a:rPr sz="800" spc="30" dirty="0">
                <a:latin typeface="Verdana"/>
                <a:cs typeface="Verdana"/>
              </a:rPr>
              <a:t>c</a:t>
            </a:r>
            <a:r>
              <a:rPr sz="800" spc="-10" dirty="0">
                <a:latin typeface="Verdana"/>
                <a:cs typeface="Verdana"/>
              </a:rPr>
              <a:t>l</a:t>
            </a:r>
            <a:r>
              <a:rPr sz="800" spc="15" dirty="0">
                <a:latin typeface="Verdana"/>
                <a:cs typeface="Verdana"/>
              </a:rPr>
              <a:t>usion</a:t>
            </a:r>
            <a:r>
              <a:rPr sz="800" spc="-120" dirty="0">
                <a:latin typeface="Verdana"/>
                <a:cs typeface="Verdana"/>
              </a:rPr>
              <a:t>,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le</a:t>
            </a:r>
            <a:r>
              <a:rPr sz="800" spc="-50" dirty="0">
                <a:latin typeface="Verdana"/>
                <a:cs typeface="Verdana"/>
              </a:rPr>
              <a:t>v</a:t>
            </a:r>
            <a:r>
              <a:rPr sz="800" dirty="0">
                <a:latin typeface="Verdana"/>
                <a:cs typeface="Verdana"/>
              </a:rPr>
              <a:t>e</a:t>
            </a:r>
            <a:r>
              <a:rPr sz="800" spc="-10" dirty="0">
                <a:latin typeface="Verdana"/>
                <a:cs typeface="Verdana"/>
              </a:rPr>
              <a:t>r</a:t>
            </a:r>
            <a:r>
              <a:rPr sz="800" dirty="0">
                <a:latin typeface="Verdana"/>
                <a:cs typeface="Verdana"/>
              </a:rPr>
              <a:t>a</a:t>
            </a:r>
            <a:r>
              <a:rPr sz="800" spc="40" dirty="0">
                <a:latin typeface="Verdana"/>
                <a:cs typeface="Verdana"/>
              </a:rPr>
              <a:t>g</a:t>
            </a:r>
            <a:r>
              <a:rPr sz="800" spc="10" dirty="0">
                <a:latin typeface="Verdana"/>
                <a:cs typeface="Verdana"/>
              </a:rPr>
              <a:t>i</a:t>
            </a:r>
            <a:r>
              <a:rPr sz="800" spc="45" dirty="0">
                <a:latin typeface="Verdana"/>
                <a:cs typeface="Verdana"/>
              </a:rPr>
              <a:t>n</a:t>
            </a:r>
            <a:r>
              <a:rPr sz="800" spc="60" dirty="0">
                <a:latin typeface="Verdana"/>
                <a:cs typeface="Verdana"/>
              </a:rPr>
              <a:t>g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r</a:t>
            </a:r>
            <a:r>
              <a:rPr sz="800" spc="25" dirty="0">
                <a:latin typeface="Verdana"/>
                <a:cs typeface="Verdana"/>
              </a:rPr>
              <a:t>obus</a:t>
            </a:r>
            <a:r>
              <a:rPr sz="800" spc="15" dirty="0">
                <a:latin typeface="Verdana"/>
                <a:cs typeface="Verdana"/>
              </a:rPr>
              <a:t>t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10" dirty="0">
                <a:latin typeface="Verdana"/>
                <a:cs typeface="Verdana"/>
              </a:rPr>
              <a:t>TMS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spc="-20" dirty="0">
                <a:latin typeface="Verdana"/>
                <a:cs typeface="Verdana"/>
              </a:rPr>
              <a:t>s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" dirty="0">
                <a:latin typeface="Verdana"/>
                <a:cs typeface="Verdana"/>
              </a:rPr>
              <a:t>es</a:t>
            </a:r>
            <a:r>
              <a:rPr sz="800" spc="10" dirty="0">
                <a:latin typeface="Verdana"/>
                <a:cs typeface="Verdana"/>
              </a:rPr>
              <a:t>sen</a:t>
            </a:r>
            <a:r>
              <a:rPr sz="800" dirty="0">
                <a:latin typeface="Verdana"/>
                <a:cs typeface="Verdana"/>
              </a:rPr>
              <a:t>tial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5" dirty="0">
                <a:latin typeface="Verdana"/>
                <a:cs typeface="Verdana"/>
              </a:rPr>
              <a:t>f</a:t>
            </a:r>
            <a:r>
              <a:rPr sz="800" dirty="0">
                <a:latin typeface="Verdana"/>
                <a:cs typeface="Verdana"/>
              </a:rPr>
              <a:t>or  </a:t>
            </a:r>
            <a:r>
              <a:rPr sz="850" i="1" spc="-5" dirty="0">
                <a:latin typeface="Verdana"/>
                <a:cs typeface="Verdana"/>
              </a:rPr>
              <a:t>efﬁcient </a:t>
            </a:r>
            <a:r>
              <a:rPr sz="850" i="1" spc="-15" dirty="0">
                <a:latin typeface="Verdana"/>
                <a:cs typeface="Verdana"/>
              </a:rPr>
              <a:t>logistics </a:t>
            </a:r>
            <a:r>
              <a:rPr sz="800" spc="30" dirty="0">
                <a:latin typeface="Verdana"/>
                <a:cs typeface="Verdana"/>
              </a:rPr>
              <a:t>and </a:t>
            </a:r>
            <a:r>
              <a:rPr sz="800" spc="15" dirty="0">
                <a:latin typeface="Verdana"/>
                <a:cs typeface="Verdana"/>
              </a:rPr>
              <a:t>supply </a:t>
            </a:r>
            <a:r>
              <a:rPr sz="800" spc="20" dirty="0">
                <a:latin typeface="Verdana"/>
                <a:cs typeface="Verdana"/>
              </a:rPr>
              <a:t>chain management. </a:t>
            </a:r>
            <a:r>
              <a:rPr sz="800" spc="-40" dirty="0">
                <a:latin typeface="Verdana"/>
                <a:cs typeface="Verdana"/>
              </a:rPr>
              <a:t>It's </a:t>
            </a:r>
            <a:r>
              <a:rPr sz="800" dirty="0">
                <a:latin typeface="Verdana"/>
                <a:cs typeface="Verdana"/>
              </a:rPr>
              <a:t>a </a:t>
            </a:r>
            <a:r>
              <a:rPr sz="800" spc="5" dirty="0">
                <a:latin typeface="Verdana"/>
                <a:cs typeface="Verdana"/>
              </a:rPr>
              <a:t> strategic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15" dirty="0">
                <a:latin typeface="Verdana"/>
                <a:cs typeface="Verdana"/>
              </a:rPr>
              <a:t>investment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15" dirty="0">
                <a:latin typeface="Verdana"/>
                <a:cs typeface="Verdana"/>
              </a:rPr>
              <a:t>that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25" dirty="0">
                <a:latin typeface="Verdana"/>
                <a:cs typeface="Verdana"/>
              </a:rPr>
              <a:t>can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" dirty="0">
                <a:latin typeface="Verdana"/>
                <a:cs typeface="Verdana"/>
              </a:rPr>
              <a:t>drive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20" dirty="0">
                <a:latin typeface="Verdana"/>
                <a:cs typeface="Verdana"/>
              </a:rPr>
              <a:t>signiﬁcant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10" dirty="0">
                <a:latin typeface="Verdana"/>
                <a:cs typeface="Verdana"/>
              </a:rPr>
              <a:t>cost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savings </a:t>
            </a:r>
            <a:r>
              <a:rPr sz="800" spc="-265" dirty="0">
                <a:latin typeface="Verdana"/>
                <a:cs typeface="Verdana"/>
              </a:rPr>
              <a:t> </a:t>
            </a:r>
            <a:r>
              <a:rPr sz="800" spc="30" dirty="0">
                <a:latin typeface="Verdana"/>
                <a:cs typeface="Verdana"/>
              </a:rPr>
              <a:t>and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10" dirty="0">
                <a:latin typeface="Verdana"/>
                <a:cs typeface="Verdana"/>
              </a:rPr>
              <a:t>operational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5" dirty="0">
                <a:latin typeface="Verdana"/>
                <a:cs typeface="Verdana"/>
              </a:rPr>
              <a:t>improvements.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956" y="783434"/>
            <a:ext cx="3489325" cy="922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529"/>
              </a:lnSpc>
              <a:spcBef>
                <a:spcPts val="95"/>
              </a:spcBef>
            </a:pPr>
            <a:r>
              <a:rPr lang="en-GB" sz="2950" spc="-15"/>
              <a:t>Thanks!</a:t>
            </a:r>
            <a:endParaRPr lang="en-GB" sz="2950"/>
          </a:p>
          <a:p>
            <a:pPr marL="12700">
              <a:lnSpc>
                <a:spcPts val="3529"/>
              </a:lnSpc>
            </a:pPr>
            <a:r>
              <a:rPr lang="en-GB" sz="2950" spc="-30"/>
              <a:t>Presented</a:t>
            </a:r>
            <a:r>
              <a:rPr lang="en-GB" sz="2950" spc="10"/>
              <a:t> </a:t>
            </a:r>
            <a:r>
              <a:rPr lang="en-GB" sz="2950" spc="-50"/>
              <a:t>by</a:t>
            </a:r>
            <a:r>
              <a:rPr lang="en-GB" sz="2950" spc="-70"/>
              <a:t> </a:t>
            </a:r>
            <a:r>
              <a:rPr lang="en-GB" sz="2950" spc="30"/>
              <a:t>Shristi</a:t>
            </a:r>
            <a:endParaRPr lang="en-GB" sz="2950" dirty="0"/>
          </a:p>
        </p:txBody>
      </p:sp>
      <p:sp>
        <p:nvSpPr>
          <p:cNvPr id="3" name="object 3"/>
          <p:cNvSpPr txBox="1"/>
          <p:nvPr/>
        </p:nvSpPr>
        <p:spPr>
          <a:xfrm>
            <a:off x="473956" y="1764103"/>
            <a:ext cx="1631314" cy="5676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80"/>
              </a:spcBef>
            </a:pPr>
            <a:r>
              <a:rPr lang="en-GB" sz="850" spc="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lang="en-GB" sz="850" spc="35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lang="en-GB" sz="8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GB" sz="850" spc="-4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lang="en-GB" sz="850" spc="45" dirty="0">
                <a:solidFill>
                  <a:srgbClr val="FFFFFF"/>
                </a:solidFill>
                <a:latin typeface="Verdana"/>
                <a:cs typeface="Verdana"/>
              </a:rPr>
              <a:t>ou</a:t>
            </a:r>
            <a:r>
              <a:rPr lang="en-GB" sz="8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GB" sz="850" spc="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lang="en-GB" sz="850" spc="-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lang="en-GB" sz="850" spc="-4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lang="en-GB" sz="850" spc="2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lang="en-GB" sz="8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GB" sz="8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lang="en-GB" sz="850" spc="4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lang="en-GB" sz="850" spc="-3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lang="en-GB" sz="8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GB" sz="850" spc="60" dirty="0">
                <a:solidFill>
                  <a:srgbClr val="FFFFFF"/>
                </a:solidFill>
                <a:latin typeface="Verdana"/>
                <a:cs typeface="Verdana"/>
              </a:rPr>
              <a:t>q</a:t>
            </a:r>
            <a:r>
              <a:rPr lang="en-GB" sz="850" spc="4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lang="en-GB" sz="850" spc="3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lang="en-GB" sz="850" spc="-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lang="en-GB" sz="850" spc="1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lang="en-GB" sz="850" spc="1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lang="en-GB" sz="850" spc="2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lang="en-GB" sz="850" spc="50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lang="en-GB" sz="850" spc="-3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lang="en-GB" sz="850" spc="25" dirty="0">
                <a:solidFill>
                  <a:srgbClr val="FFFFFF"/>
                </a:solidFill>
                <a:latin typeface="Verdana"/>
                <a:cs typeface="Verdana"/>
              </a:rPr>
              <a:t>?  </a:t>
            </a:r>
            <a:r>
              <a:rPr lang="en-GB" sz="850" spc="15" dirty="0">
                <a:solidFill>
                  <a:srgbClr val="FFFFFF"/>
                </a:solidFill>
                <a:latin typeface="Verdana"/>
                <a:cs typeface="Verdana"/>
                <a:hlinkClick r:id="rId2"/>
              </a:rPr>
              <a:t>srishtibh65@gmail.com </a:t>
            </a:r>
            <a:r>
              <a:rPr lang="en-GB" sz="85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GB" sz="850" spc="10" dirty="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www.shristibhandari.com.np </a:t>
            </a:r>
            <a:r>
              <a:rPr lang="en-GB" sz="850" spc="-2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GB" sz="850" spc="-4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lang="en-GB" sz="850" spc="5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lang="en-GB" sz="850" spc="-2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lang="en-GB" sz="850" spc="-5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lang="en-GB" sz="850" spc="-2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lang="en-GB" sz="850" spc="10" dirty="0">
                <a:solidFill>
                  <a:srgbClr val="FFFFFF"/>
                </a:solidFill>
                <a:latin typeface="Verdana"/>
                <a:cs typeface="Verdana"/>
              </a:rPr>
              <a:t>ti</a:t>
            </a:r>
            <a:r>
              <a:rPr lang="en-GB" sz="85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lang="en-GB" sz="850" spc="70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lang="en-GB" sz="850" spc="60" dirty="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lang="en-GB" sz="8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lang="en-GB" sz="850" spc="5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lang="en-GB" sz="850" spc="60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lang="en-GB" sz="8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lang="en-GB" sz="850" spc="-2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lang="en-GB" sz="85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endParaRPr lang="en-GB" sz="850" dirty="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222</Words>
  <Application>Microsoft Office PowerPoint</Application>
  <PresentationFormat>Custom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Cambria</vt:lpstr>
      <vt:lpstr>Söhne</vt:lpstr>
      <vt:lpstr>Trebuchet MS</vt:lpstr>
      <vt:lpstr>Verdana</vt:lpstr>
      <vt:lpstr>Office Theme</vt:lpstr>
      <vt:lpstr>An Insight into  Transportation  Management  Systems</vt:lpstr>
      <vt:lpstr>Introduction</vt:lpstr>
      <vt:lpstr>Challenges in Logistics</vt:lpstr>
      <vt:lpstr>Role of TMS</vt:lpstr>
      <vt:lpstr>Beneﬁts of TMS</vt:lpstr>
      <vt:lpstr>Best Practices</vt:lpstr>
      <vt:lpstr>Conclusion</vt:lpstr>
      <vt:lpstr>Thanks! Presented by Shristi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Insight into  Transportation  Management  Systems</dc:title>
  <cp:lastModifiedBy>Aakash Neupane</cp:lastModifiedBy>
  <cp:revision>3</cp:revision>
  <dcterms:created xsi:type="dcterms:W3CDTF">2023-12-05T16:39:28Z</dcterms:created>
  <dcterms:modified xsi:type="dcterms:W3CDTF">2023-12-05T16:54:27Z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2023-12-05T00:00:00Z</vt:filetime>
  </property>
  <property fmtid="{D5CDD505-2E9C-101B-9397-08002B2CF9AE}" pid="3" name="LastSaved">
    <vt:filetime>2023-12-05T00:00:00Z</vt:filetime>
  </property>
</Properties>
</file>